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78" r:id="rId5"/>
    <p:sldId id="258" r:id="rId6"/>
    <p:sldId id="259" r:id="rId7"/>
    <p:sldId id="260" r:id="rId8"/>
    <p:sldId id="261" r:id="rId9"/>
    <p:sldId id="262" r:id="rId10"/>
    <p:sldId id="263" r:id="rId11"/>
    <p:sldId id="279" r:id="rId12"/>
    <p:sldId id="265" r:id="rId13"/>
    <p:sldId id="277" r:id="rId14"/>
    <p:sldId id="266" r:id="rId15"/>
    <p:sldId id="267" r:id="rId16"/>
    <p:sldId id="275" r:id="rId17"/>
    <p:sldId id="268" r:id="rId18"/>
    <p:sldId id="276" r:id="rId19"/>
    <p:sldId id="269" r:id="rId20"/>
    <p:sldId id="270" r:id="rId21"/>
    <p:sldId id="271" r:id="rId22"/>
    <p:sldId id="273" r:id="rId23"/>
    <p:sldId id="272" r:id="rId24"/>
    <p:sldId id="274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DDFF"/>
    <a:srgbClr val="F6F3FF"/>
    <a:srgbClr val="FFD1D1"/>
    <a:srgbClr val="FFEFEF"/>
    <a:srgbClr val="FFE7E7"/>
    <a:srgbClr val="F3EFFF"/>
    <a:srgbClr val="FFFF99"/>
    <a:srgbClr val="FFFF66"/>
    <a:srgbClr val="FFC1C1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6236" autoAdjust="0"/>
  </p:normalViewPr>
  <p:slideViewPr>
    <p:cSldViewPr snapToGrid="0">
      <p:cViewPr varScale="1">
        <p:scale>
          <a:sx n="98" d="100"/>
          <a:sy n="98" d="100"/>
        </p:scale>
        <p:origin x="42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002C-6DEE-3C57-9D98-588B1B235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613BA-45B3-D389-401E-95E958F50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FD0D8-8A81-ED33-466C-19D0F91E4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CB236-FDAC-9A2D-D1D5-0B1107DA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02C72-D3F9-8A9C-02D4-6C101848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0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0720-446A-D3BB-6CCC-A0FAC11F2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80EBD-4F74-F624-DAE1-A0C3A2623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4E080-8FB1-0E5A-4141-7DB28DCF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8599F-947F-3E6E-47FD-A6EF89CE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8CDD4-B0C6-69B5-509A-2BD7C184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85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F0E1-345C-B780-0767-E43880DBC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0C581-03D3-535D-1C97-792E7F479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9D21E-BCBD-C715-85F2-C27BDB24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F5377-E016-A15E-6E20-4BAF1A9DA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E68BB-5F6F-C15D-3F47-5C0DB7D8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0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EA2A-2B32-4921-5650-347264A15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AE73B-7C6D-CCD6-969D-827F5BD26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0D6A5-78EB-7CF7-EEA5-A1AE2CAE1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FE492-7F27-5276-D7B1-240F968C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B775C-309D-85DE-46FF-C32FBD0D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18367-1B14-16A2-5537-0C9F85A3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0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02D8-5524-0805-03AA-5A074508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3462C-1F5E-10CE-9748-380ED9BDB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5F6B6-6F0D-5142-3CC6-9CFB26D9A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B55675-4F1A-7290-F7AD-0F5AB4EE8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933A6-4360-DE91-EF68-FC5F50E8E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627CBE-86C9-EF68-46B1-7CC2A713E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B12B65-5E9A-EA53-4812-7C6177A9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52AC1-A635-D37D-EE10-4FBA44AE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8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E178-1ED5-C1D7-85F2-ECF08D1B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28892-A3DE-3B5F-735A-4AE87049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ED72A-D3E3-01EE-D54D-1F9FE41D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55D3D-E78F-32DA-F9CF-8621FB45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74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353F63-F4D3-E5B6-E45C-06C70EE94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E44D-E029-8D8A-E5CA-B78CF305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28C6C-C994-75EB-4E4F-1618EA44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5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BDB6A-737E-ED9B-F2D6-0B595AC16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454B-F790-7699-F435-D51345AF2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536C5-E226-2C7E-D83A-FE2E12FC7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BA90E-39DA-9272-707A-6BEADB98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140F3-F831-1E92-BA25-1B9EC47CB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15A43-A79C-6A13-246C-4C9FAAAC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1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D5CD-A31A-D1B6-E6B1-B24E5E3D7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9A17DD-EDB0-087F-A7B9-6E1A6472B3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59523-0975-FC90-2FD3-8DA22831D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2CF9E-0C99-FD3F-CC4D-C22252B9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D4DED-DEDC-4F30-F1BC-01D6E946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73C17-3DF9-012E-230C-32B6F63D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7BF9-C905-E75E-BA47-C69FF490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97F82-4B3C-A759-0ABD-2A2B12482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D9585-3902-E615-7AE4-88AAF8B9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EFE65-E3B1-B3B2-82C7-81A71F0E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50F9D-9740-1934-A8AA-6CE415B4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04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00519-BE90-8769-DC8B-9073FAB1D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BCAA1-DC8C-4B9C-77F6-5C2746903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E85D7-70DC-F75B-E312-B6FC8C35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AD506-B933-CA2D-8806-ECC3A75F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321E8-BE4E-5704-E0B9-20779BAF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5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ADB0DA-C1CC-2D96-48F4-DBF5BE785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37A1F-9393-8253-B16B-C3286939C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B6F99-6730-AECC-B5E5-CE7D94440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5827A-E8D2-41AD-8108-A7BEB5168C5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20681-6C2A-B9D4-49DF-8590D160E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6B1E-01AE-BBB7-E9D6-26A367918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7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numbers and letters&#10;&#10;AI-generated content may be incorrect.">
            <a:extLst>
              <a:ext uri="{FF2B5EF4-FFF2-40B4-BE49-F238E27FC236}">
                <a16:creationId xmlns:a16="http://schemas.microsoft.com/office/drawing/2014/main" id="{5E17649B-1704-5B26-FE91-648A9B9B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2" y="1285910"/>
            <a:ext cx="5426764" cy="9768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D0B061-0344-A98A-B5E2-C60E49708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4780739"/>
            <a:ext cx="5426764" cy="46127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B6308F3-0512-B364-5E17-546822FEF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2196725"/>
            <a:ext cx="5426764" cy="231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49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885154-9978-EDF8-BAFB-5AAF7D90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303" y="718868"/>
            <a:ext cx="3028425" cy="1910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001910-E33C-CCB6-6738-8C887120F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304" y="2730527"/>
            <a:ext cx="3028425" cy="19815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FFCF67-0ACC-538D-FDDE-6F3DE6296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305" y="4813604"/>
            <a:ext cx="3028425" cy="1942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EE05F3-D29C-F7FD-44F5-0F08D8A94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230" y="718868"/>
            <a:ext cx="2901716" cy="19101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134045-7CFB-1975-2F1C-CE383C08F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5231" y="2735704"/>
            <a:ext cx="3011336" cy="19763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442F2C-9D5A-554E-01D9-C58E11EAC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5230" y="4823240"/>
            <a:ext cx="3028425" cy="19327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1695B5F-5479-C200-02DB-90E23F66EA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386" y="718869"/>
            <a:ext cx="3028425" cy="19243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D8692E8-CBA6-083F-08C7-1DA8389E6F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7179" y="2730527"/>
            <a:ext cx="3028425" cy="1977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20FD73-A25F-FB42-26DA-C3D49CD4E8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2657" y="4830739"/>
            <a:ext cx="3002947" cy="192527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C24043C-023D-B568-CBA0-06FE9EEAF38A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DR=1, LR=1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C19CAF-8539-7D62-E0A3-E28A1F4F680C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DR=1, LR=2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8C8F76-E42F-E3C6-6119-AF21376CF868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DR=1, LR=3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BDF0B9-2280-A2C7-57DB-5776C38AA185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DR=1, LR=4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CA8A07C-3453-7BFE-2987-1544F61887E2}"/>
              </a:ext>
            </a:extLst>
          </p:cNvPr>
          <p:cNvCxnSpPr>
            <a:cxnSpLocks/>
          </p:cNvCxnSpPr>
          <p:nvPr/>
        </p:nvCxnSpPr>
        <p:spPr>
          <a:xfrm>
            <a:off x="3323234" y="149087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491FC9-9667-D9EB-DBC9-E7DD45FD36BE}"/>
              </a:ext>
            </a:extLst>
          </p:cNvPr>
          <p:cNvCxnSpPr>
            <a:cxnSpLocks/>
          </p:cNvCxnSpPr>
          <p:nvPr/>
        </p:nvCxnSpPr>
        <p:spPr>
          <a:xfrm>
            <a:off x="6376093" y="150346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CF32B2-C45A-C17D-28DC-68172A6812AF}"/>
              </a:ext>
            </a:extLst>
          </p:cNvPr>
          <p:cNvCxnSpPr>
            <a:cxnSpLocks/>
          </p:cNvCxnSpPr>
          <p:nvPr/>
        </p:nvCxnSpPr>
        <p:spPr>
          <a:xfrm>
            <a:off x="9543362" y="1583635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9EF1-2C94-1B68-670D-B1355E351EAB}"/>
              </a:ext>
            </a:extLst>
          </p:cNvPr>
          <p:cNvCxnSpPr>
            <a:cxnSpLocks/>
          </p:cNvCxnSpPr>
          <p:nvPr/>
        </p:nvCxnSpPr>
        <p:spPr>
          <a:xfrm>
            <a:off x="3323234" y="3525079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2ECB78-9802-76B2-080A-E25FAC1A6DC9}"/>
              </a:ext>
            </a:extLst>
          </p:cNvPr>
          <p:cNvCxnSpPr>
            <a:cxnSpLocks/>
          </p:cNvCxnSpPr>
          <p:nvPr/>
        </p:nvCxnSpPr>
        <p:spPr>
          <a:xfrm>
            <a:off x="6376093" y="361784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64D87F-D81F-7FAB-D4FC-41BE43262283}"/>
              </a:ext>
            </a:extLst>
          </p:cNvPr>
          <p:cNvCxnSpPr>
            <a:cxnSpLocks/>
          </p:cNvCxnSpPr>
          <p:nvPr/>
        </p:nvCxnSpPr>
        <p:spPr>
          <a:xfrm>
            <a:off x="9477101" y="361784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F8AC00-30EA-1DFD-E703-E16FD8AB2CB8}"/>
              </a:ext>
            </a:extLst>
          </p:cNvPr>
          <p:cNvCxnSpPr>
            <a:cxnSpLocks/>
          </p:cNvCxnSpPr>
          <p:nvPr/>
        </p:nvCxnSpPr>
        <p:spPr>
          <a:xfrm>
            <a:off x="3323234" y="560567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03F7FC5-DF42-CAD8-6241-F0BBD2BE3D7D}"/>
              </a:ext>
            </a:extLst>
          </p:cNvPr>
          <p:cNvCxnSpPr>
            <a:cxnSpLocks/>
          </p:cNvCxnSpPr>
          <p:nvPr/>
        </p:nvCxnSpPr>
        <p:spPr>
          <a:xfrm>
            <a:off x="6430868" y="571831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A3D894-737E-A758-C5F5-8077F420677E}"/>
              </a:ext>
            </a:extLst>
          </p:cNvPr>
          <p:cNvCxnSpPr>
            <a:cxnSpLocks/>
          </p:cNvCxnSpPr>
          <p:nvPr/>
        </p:nvCxnSpPr>
        <p:spPr>
          <a:xfrm>
            <a:off x="9594751" y="573819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243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82C47-2C1D-3741-F490-4E332142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649D73-B311-1757-864F-3764FB5D9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186" y="628234"/>
            <a:ext cx="2918803" cy="1927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AF3A4E-7719-4F47-1B06-31E183A98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186" y="2671533"/>
            <a:ext cx="2918803" cy="1923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84D131-8EC6-3275-0721-151F41715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882" y="620778"/>
            <a:ext cx="3080629" cy="19261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7EBB12-C44E-E4F7-BC65-6B092F0DB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883" y="2668975"/>
            <a:ext cx="2898266" cy="19261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C320373-8F0A-94D5-9170-494A62D86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0404" y="617352"/>
            <a:ext cx="2971962" cy="192960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6AB7464-264C-0871-F6CF-242AD0BAB6D7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DR=2, LR=1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71D89E-268C-D5CC-13E5-3BB357630C0C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DR=2, LR=2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CD9BFF-6EBA-11AD-6497-B5A747D612FC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DR=2, LR=3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45A3A1-790E-6C44-EB55-CA272A0460E1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DR=2, LR=4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F111BEC-3BFC-02F6-72F4-86F005E0A8BB}"/>
              </a:ext>
            </a:extLst>
          </p:cNvPr>
          <p:cNvCxnSpPr>
            <a:cxnSpLocks/>
          </p:cNvCxnSpPr>
          <p:nvPr/>
        </p:nvCxnSpPr>
        <p:spPr>
          <a:xfrm>
            <a:off x="3323234" y="1417985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46149D-F9F9-04D6-31C3-D123940E9E34}"/>
              </a:ext>
            </a:extLst>
          </p:cNvPr>
          <p:cNvCxnSpPr>
            <a:cxnSpLocks/>
          </p:cNvCxnSpPr>
          <p:nvPr/>
        </p:nvCxnSpPr>
        <p:spPr>
          <a:xfrm>
            <a:off x="6430869" y="1417985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A9091F-C17B-33AA-6959-9AB2729ABE24}"/>
              </a:ext>
            </a:extLst>
          </p:cNvPr>
          <p:cNvCxnSpPr>
            <a:cxnSpLocks/>
          </p:cNvCxnSpPr>
          <p:nvPr/>
        </p:nvCxnSpPr>
        <p:spPr>
          <a:xfrm>
            <a:off x="9527092" y="138411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56F89-F097-9E90-F507-E2C38A84C890}"/>
              </a:ext>
            </a:extLst>
          </p:cNvPr>
          <p:cNvCxnSpPr>
            <a:cxnSpLocks/>
          </p:cNvCxnSpPr>
          <p:nvPr/>
        </p:nvCxnSpPr>
        <p:spPr>
          <a:xfrm>
            <a:off x="3323234" y="348004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3A7170-5F5B-D75C-4C46-6CE191996663}"/>
              </a:ext>
            </a:extLst>
          </p:cNvPr>
          <p:cNvCxnSpPr>
            <a:cxnSpLocks/>
          </p:cNvCxnSpPr>
          <p:nvPr/>
        </p:nvCxnSpPr>
        <p:spPr>
          <a:xfrm>
            <a:off x="6357296" y="354608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807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C2450-6858-0CDA-B645-571DCE48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9798394-FFBF-86EE-65A4-5C404DC35157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DR=3, LR=1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64FC09-89E6-2CE5-6119-85A04C77BD46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DR=3, LR=2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41DFFE-0BAC-2DF2-0795-87DCF254DDAE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DR=3, LR=3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3381BC-4532-3F2B-82E7-D4A1EE17A0CD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DR=3, LR=4</a:t>
            </a:r>
          </a:p>
        </p:txBody>
      </p:sp>
    </p:spTree>
    <p:extLst>
      <p:ext uri="{BB962C8B-B14F-4D97-AF65-F5344CB8AC3E}">
        <p14:creationId xmlns:p14="http://schemas.microsoft.com/office/powerpoint/2010/main" val="2425238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150CF-BC2A-C6C4-81B7-565FE417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1767F65-6481-1968-C0BC-65E59B3484FE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30A65E-CBEC-39D2-FF09-F237775501D8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8B57DE-67FF-E002-9576-02ACD8FD1D3A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DR=1, LR=3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E18BA6-31C4-A405-FC85-EC2AC21DF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1" y="718305"/>
            <a:ext cx="2918803" cy="19294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9F12CF-9C64-4713-9717-4B19241CD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21" y="2723828"/>
            <a:ext cx="2918803" cy="1921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98C2A9-C33C-D4B4-15F2-C2A665E3C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22" y="4849601"/>
            <a:ext cx="2916526" cy="18527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0CFDA2-0BB3-E62B-F117-DC2FD4037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1511" y="713245"/>
            <a:ext cx="2918804" cy="19075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A6F259-D08D-D331-2778-9042F90D7A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1511" y="4849601"/>
            <a:ext cx="2916526" cy="18527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D0F7EF-278C-7310-1F19-808D0672C8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3102" y="713245"/>
            <a:ext cx="2918803" cy="19276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EA850FC-2B6B-DF29-7568-91ECAC7EF8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3102" y="2723828"/>
            <a:ext cx="2916526" cy="190208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627CF48-68C2-ABEE-88C6-7EF77FF9A5DE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DR=1, LR=4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AD4BF52-F818-F67D-AC73-F20B17C070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3102" y="4823170"/>
            <a:ext cx="2916526" cy="18791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962B443-E802-EF7E-14FC-D5A9061799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2285" y="713245"/>
            <a:ext cx="2879384" cy="190751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B17A73D-35BE-33F1-1D74-9B342FD8F6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2285" y="2723828"/>
            <a:ext cx="2877049" cy="190208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A0D61E0-AD75-0DD2-CDA0-DD7D98E2D4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7090" y="4823170"/>
            <a:ext cx="2879384" cy="181761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EECBCB-5E68-19B1-8300-2C860F1A4D19}"/>
              </a:ext>
            </a:extLst>
          </p:cNvPr>
          <p:cNvCxnSpPr>
            <a:cxnSpLocks/>
          </p:cNvCxnSpPr>
          <p:nvPr/>
        </p:nvCxnSpPr>
        <p:spPr>
          <a:xfrm>
            <a:off x="453034" y="15039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0716BA-F605-18F0-7B3F-A71F1AE9A91E}"/>
              </a:ext>
            </a:extLst>
          </p:cNvPr>
          <p:cNvCxnSpPr>
            <a:cxnSpLocks/>
          </p:cNvCxnSpPr>
          <p:nvPr/>
        </p:nvCxnSpPr>
        <p:spPr>
          <a:xfrm>
            <a:off x="3477184" y="15801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AC4373-45ED-5818-1EA2-8A66066F7B8F}"/>
              </a:ext>
            </a:extLst>
          </p:cNvPr>
          <p:cNvCxnSpPr>
            <a:cxnSpLocks/>
          </p:cNvCxnSpPr>
          <p:nvPr/>
        </p:nvCxnSpPr>
        <p:spPr>
          <a:xfrm>
            <a:off x="6416810" y="158483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B754AA-0BCF-4989-B450-7B968DBC1BD3}"/>
              </a:ext>
            </a:extLst>
          </p:cNvPr>
          <p:cNvCxnSpPr>
            <a:cxnSpLocks/>
          </p:cNvCxnSpPr>
          <p:nvPr/>
        </p:nvCxnSpPr>
        <p:spPr>
          <a:xfrm>
            <a:off x="9468481" y="15801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F64B66-AD43-86E2-E681-102F1BC496D1}"/>
              </a:ext>
            </a:extLst>
          </p:cNvPr>
          <p:cNvCxnSpPr>
            <a:cxnSpLocks/>
          </p:cNvCxnSpPr>
          <p:nvPr/>
        </p:nvCxnSpPr>
        <p:spPr>
          <a:xfrm>
            <a:off x="453034" y="349020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24F8CC-2AC0-9DEC-6982-B36B3340D15C}"/>
              </a:ext>
            </a:extLst>
          </p:cNvPr>
          <p:cNvCxnSpPr>
            <a:cxnSpLocks/>
          </p:cNvCxnSpPr>
          <p:nvPr/>
        </p:nvCxnSpPr>
        <p:spPr>
          <a:xfrm>
            <a:off x="495595" y="559111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495DBA-B685-7F12-875D-FC85CA9F1CCF}"/>
              </a:ext>
            </a:extLst>
          </p:cNvPr>
          <p:cNvCxnSpPr>
            <a:cxnSpLocks/>
          </p:cNvCxnSpPr>
          <p:nvPr/>
        </p:nvCxnSpPr>
        <p:spPr>
          <a:xfrm>
            <a:off x="3477184" y="568763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7866CA-FB52-F3CC-9FDE-F374105FCE05}"/>
              </a:ext>
            </a:extLst>
          </p:cNvPr>
          <p:cNvCxnSpPr>
            <a:cxnSpLocks/>
          </p:cNvCxnSpPr>
          <p:nvPr/>
        </p:nvCxnSpPr>
        <p:spPr>
          <a:xfrm>
            <a:off x="6504864" y="567042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DEE2CB-0287-DEE7-0CFB-853FFCB7C254}"/>
              </a:ext>
            </a:extLst>
          </p:cNvPr>
          <p:cNvCxnSpPr>
            <a:cxnSpLocks/>
          </p:cNvCxnSpPr>
          <p:nvPr/>
        </p:nvCxnSpPr>
        <p:spPr>
          <a:xfrm>
            <a:off x="9475621" y="568763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251A50-994F-1C77-AEA6-0DEC45F1C924}"/>
              </a:ext>
            </a:extLst>
          </p:cNvPr>
          <p:cNvCxnSpPr>
            <a:cxnSpLocks/>
          </p:cNvCxnSpPr>
          <p:nvPr/>
        </p:nvCxnSpPr>
        <p:spPr>
          <a:xfrm>
            <a:off x="9468481" y="360483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543D93-5DDE-A8F2-B1A4-01929F23FFF8}"/>
              </a:ext>
            </a:extLst>
          </p:cNvPr>
          <p:cNvCxnSpPr>
            <a:cxnSpLocks/>
          </p:cNvCxnSpPr>
          <p:nvPr/>
        </p:nvCxnSpPr>
        <p:spPr>
          <a:xfrm>
            <a:off x="6458775" y="357519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96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84C5F-65AC-8F3F-AB5C-4AEADCD00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A6FFD88-1A14-167E-E0B5-E760560B72B9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DR=2,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C18578-F2F6-439A-3D3B-BECA789D977D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DR=2,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D1688B-078C-BDFD-5CA9-4DD50DE0BE45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DR=2, LR=3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BF701D-387B-DDCD-C8BD-79B90919EBA5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DR=2, LR=4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895236-043B-E65E-167B-E10BE9D49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1" y="713245"/>
            <a:ext cx="2864895" cy="1852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630AED-C31F-6B84-9B01-34C90A2D3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197" y="721701"/>
            <a:ext cx="2831834" cy="18527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1980AC-2199-9404-AFA8-CE177B6C3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197" y="2723828"/>
            <a:ext cx="2916931" cy="19020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B34431-BAA7-B455-15E2-596B3D72CC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5197" y="4800231"/>
            <a:ext cx="2906619" cy="19020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D1E05E-9080-5774-34B5-F4A72BE842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7412" y="713245"/>
            <a:ext cx="2916526" cy="18483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F4C5C1D-8FAE-7BF9-7261-EAF29A590C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412" y="2716655"/>
            <a:ext cx="2916526" cy="18918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9CBE5E1-28BD-1398-95D2-31326D67CB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4805971"/>
            <a:ext cx="2916526" cy="189634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DA0CA8-6A69-3B99-1962-24874F0009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6710" y="2705625"/>
            <a:ext cx="2916527" cy="1914159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F7D3A68-AF92-42CE-F4CE-217192580A90}"/>
              </a:ext>
            </a:extLst>
          </p:cNvPr>
          <p:cNvCxnSpPr>
            <a:cxnSpLocks/>
          </p:cNvCxnSpPr>
          <p:nvPr/>
        </p:nvCxnSpPr>
        <p:spPr>
          <a:xfrm>
            <a:off x="481308" y="147546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35F072-BCC7-C5E6-1DBC-8ACA3E8B2DC2}"/>
              </a:ext>
            </a:extLst>
          </p:cNvPr>
          <p:cNvCxnSpPr>
            <a:cxnSpLocks/>
          </p:cNvCxnSpPr>
          <p:nvPr/>
        </p:nvCxnSpPr>
        <p:spPr>
          <a:xfrm>
            <a:off x="3480963" y="156436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19CE48-F186-DA07-E766-B09182125B39}"/>
              </a:ext>
            </a:extLst>
          </p:cNvPr>
          <p:cNvCxnSpPr>
            <a:cxnSpLocks/>
          </p:cNvCxnSpPr>
          <p:nvPr/>
        </p:nvCxnSpPr>
        <p:spPr>
          <a:xfrm>
            <a:off x="6471673" y="156436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53C939-2B5C-AB1C-6F30-E5A956917910}"/>
              </a:ext>
            </a:extLst>
          </p:cNvPr>
          <p:cNvCxnSpPr>
            <a:cxnSpLocks/>
          </p:cNvCxnSpPr>
          <p:nvPr/>
        </p:nvCxnSpPr>
        <p:spPr>
          <a:xfrm>
            <a:off x="6412406" y="357896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A80F34-B643-A0CB-D993-79F84A6893BB}"/>
              </a:ext>
            </a:extLst>
          </p:cNvPr>
          <p:cNvCxnSpPr>
            <a:cxnSpLocks/>
          </p:cNvCxnSpPr>
          <p:nvPr/>
        </p:nvCxnSpPr>
        <p:spPr>
          <a:xfrm>
            <a:off x="3449073" y="352392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C19F59-3A45-5DD6-AC71-2288E8A31329}"/>
              </a:ext>
            </a:extLst>
          </p:cNvPr>
          <p:cNvCxnSpPr>
            <a:cxnSpLocks/>
          </p:cNvCxnSpPr>
          <p:nvPr/>
        </p:nvCxnSpPr>
        <p:spPr>
          <a:xfrm>
            <a:off x="9462384" y="3589222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4E1B65-9261-8800-7059-EFACC8E28172}"/>
              </a:ext>
            </a:extLst>
          </p:cNvPr>
          <p:cNvCxnSpPr>
            <a:cxnSpLocks/>
          </p:cNvCxnSpPr>
          <p:nvPr/>
        </p:nvCxnSpPr>
        <p:spPr>
          <a:xfrm>
            <a:off x="6453085" y="56847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32F312-E2A4-7C5B-474F-1D12D731208C}"/>
              </a:ext>
            </a:extLst>
          </p:cNvPr>
          <p:cNvCxnSpPr>
            <a:cxnSpLocks/>
          </p:cNvCxnSpPr>
          <p:nvPr/>
        </p:nvCxnSpPr>
        <p:spPr>
          <a:xfrm>
            <a:off x="3480963" y="560428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216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A54AE-CEEE-22E2-C00D-9A8B5E236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F8ABD26-8395-9909-0D44-2C831F555C4E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DR=3,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FC8AE1-C099-06FC-916D-5019CAC0466E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DR=3,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7C6E74-66AD-7303-D73D-0D45F80AF650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DR=3, LR=3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0A2B06-4752-DC7F-789F-05C9141774C7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DR=3, LR=4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4272D-37DB-9025-ECB8-8E677618E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197" y="713245"/>
            <a:ext cx="2868160" cy="1884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21EEB5-5672-9387-6326-EAC9AF32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197" y="2716655"/>
            <a:ext cx="2858187" cy="18578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F9AFC-6E46-31D7-79E5-07BB28542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412" y="713245"/>
            <a:ext cx="2935114" cy="18842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FD9AE7-2C02-27AC-A98A-49327C6CC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7413" y="2693409"/>
            <a:ext cx="2858188" cy="18679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938270D-2A79-C4AA-7C76-013B49F282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7412" y="4658648"/>
            <a:ext cx="2935114" cy="190385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E163B8-E7F8-417D-F9A8-E69DFCD24B75}"/>
              </a:ext>
            </a:extLst>
          </p:cNvPr>
          <p:cNvCxnSpPr>
            <a:cxnSpLocks/>
          </p:cNvCxnSpPr>
          <p:nvPr/>
        </p:nvCxnSpPr>
        <p:spPr>
          <a:xfrm>
            <a:off x="6394748" y="54434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55528E-6D69-2FE4-CF6A-4026A5234C7B}"/>
              </a:ext>
            </a:extLst>
          </p:cNvPr>
          <p:cNvCxnSpPr>
            <a:cxnSpLocks/>
          </p:cNvCxnSpPr>
          <p:nvPr/>
        </p:nvCxnSpPr>
        <p:spPr>
          <a:xfrm>
            <a:off x="6394748" y="343571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77F086-533E-8A1E-8544-CB64E61C8A8B}"/>
              </a:ext>
            </a:extLst>
          </p:cNvPr>
          <p:cNvCxnSpPr>
            <a:cxnSpLocks/>
          </p:cNvCxnSpPr>
          <p:nvPr/>
        </p:nvCxnSpPr>
        <p:spPr>
          <a:xfrm>
            <a:off x="3432531" y="3465343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1936B7-B1F7-F9A1-D08D-304F36252003}"/>
              </a:ext>
            </a:extLst>
          </p:cNvPr>
          <p:cNvCxnSpPr>
            <a:cxnSpLocks/>
          </p:cNvCxnSpPr>
          <p:nvPr/>
        </p:nvCxnSpPr>
        <p:spPr>
          <a:xfrm>
            <a:off x="3432531" y="147567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5F645A-CBA5-113E-A9B2-EA7D97E2F46E}"/>
              </a:ext>
            </a:extLst>
          </p:cNvPr>
          <p:cNvCxnSpPr>
            <a:cxnSpLocks/>
          </p:cNvCxnSpPr>
          <p:nvPr/>
        </p:nvCxnSpPr>
        <p:spPr>
          <a:xfrm>
            <a:off x="6433964" y="147567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53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CA0F70-8EBE-28D2-6DAF-25374591A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FDB2846-D814-A307-C2E2-5D58D20BD811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DR=1,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FA5B25-98AE-0CA4-0EDD-2A8C7C67B85E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DR=1,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29187C-4029-AE3F-B524-FFCAEC800173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DR=1, LR=3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35BDBA-C184-31CA-0E9C-2CA7410C48CB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DR=1, LR=4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7055A-C982-E776-8C48-B04F82236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3" y="713245"/>
            <a:ext cx="2935115" cy="19102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A2D9F4-1040-B4A3-1209-8763C2B31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3" y="2693409"/>
            <a:ext cx="2935115" cy="1928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F438FA-F692-507D-0F34-6FAD6C8BA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3" y="4691589"/>
            <a:ext cx="2889339" cy="1928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FFBA94-4DDD-4983-9410-585CFDC59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7519" y="718214"/>
            <a:ext cx="2960101" cy="1900312"/>
          </a:xfrm>
          <a:prstGeom prst="rect">
            <a:avLst/>
          </a:prstGeom>
          <a:effectLst>
            <a:glow rad="101600">
              <a:srgbClr val="FFFF66">
                <a:alpha val="80000"/>
              </a:srgbClr>
            </a:glo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92F136-57B1-DF54-870E-E0D568C39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7519" y="2693410"/>
            <a:ext cx="2960101" cy="1926220"/>
          </a:xfrm>
          <a:prstGeom prst="rect">
            <a:avLst/>
          </a:prstGeom>
          <a:effectLst>
            <a:glow rad="101600">
              <a:srgbClr val="FFFF66">
                <a:alpha val="80000"/>
              </a:srgbClr>
            </a:glo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2F0FA1-F789-2548-2E65-0A415C7675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7520" y="4691588"/>
            <a:ext cx="2926068" cy="1928267"/>
          </a:xfrm>
          <a:prstGeom prst="rect">
            <a:avLst/>
          </a:prstGeom>
          <a:effectLst>
            <a:glow rad="101600">
              <a:srgbClr val="FFFF66">
                <a:alpha val="80000"/>
              </a:srgbClr>
            </a:glo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78BA86-C20E-C078-AA6B-874DFDBC6E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1" y="708481"/>
            <a:ext cx="2916526" cy="18900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1890D9B-1A7D-0026-90FE-25EA1ECC32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2696373"/>
            <a:ext cx="2916526" cy="19078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BD5615D-284A-D534-DEE5-41B076A591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4691587"/>
            <a:ext cx="2895405" cy="192826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3457E1A-0DDB-0295-AA31-DC89633419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0906" y="708482"/>
            <a:ext cx="2856051" cy="187409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7069767-0986-A8F1-FBAB-B0D507F077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0906" y="2693410"/>
            <a:ext cx="2930183" cy="18740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90ED341-603A-06E1-06B7-61438E9E81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3817" y="4678338"/>
            <a:ext cx="2946165" cy="1869333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E4B96C-01BF-053C-B428-2DDA9CE2FA5B}"/>
              </a:ext>
            </a:extLst>
          </p:cNvPr>
          <p:cNvCxnSpPr>
            <a:cxnSpLocks/>
          </p:cNvCxnSpPr>
          <p:nvPr/>
        </p:nvCxnSpPr>
        <p:spPr>
          <a:xfrm>
            <a:off x="451099" y="158997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034B14D-FDD1-9D2A-97A4-43A54A19730F}"/>
              </a:ext>
            </a:extLst>
          </p:cNvPr>
          <p:cNvCxnSpPr>
            <a:cxnSpLocks/>
          </p:cNvCxnSpPr>
          <p:nvPr/>
        </p:nvCxnSpPr>
        <p:spPr>
          <a:xfrm>
            <a:off x="3462735" y="157975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FD61537-95D4-4B80-18B1-9AF7C866374F}"/>
              </a:ext>
            </a:extLst>
          </p:cNvPr>
          <p:cNvCxnSpPr>
            <a:cxnSpLocks/>
          </p:cNvCxnSpPr>
          <p:nvPr/>
        </p:nvCxnSpPr>
        <p:spPr>
          <a:xfrm>
            <a:off x="6413368" y="154588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3D965F-86DE-3ECA-5220-F54F715E2C92}"/>
              </a:ext>
            </a:extLst>
          </p:cNvPr>
          <p:cNvCxnSpPr>
            <a:cxnSpLocks/>
          </p:cNvCxnSpPr>
          <p:nvPr/>
        </p:nvCxnSpPr>
        <p:spPr>
          <a:xfrm>
            <a:off x="9386104" y="154588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6A3CD8B-A5BC-501A-2CD8-E395FDDE9F24}"/>
              </a:ext>
            </a:extLst>
          </p:cNvPr>
          <p:cNvCxnSpPr>
            <a:cxnSpLocks/>
          </p:cNvCxnSpPr>
          <p:nvPr/>
        </p:nvCxnSpPr>
        <p:spPr>
          <a:xfrm>
            <a:off x="396453" y="356694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2914790-4ADF-2DEF-E127-807826905FD8}"/>
              </a:ext>
            </a:extLst>
          </p:cNvPr>
          <p:cNvCxnSpPr>
            <a:cxnSpLocks/>
          </p:cNvCxnSpPr>
          <p:nvPr/>
        </p:nvCxnSpPr>
        <p:spPr>
          <a:xfrm>
            <a:off x="3402120" y="356518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E98F5B1-04B6-353F-3D73-506F664D8845}"/>
              </a:ext>
            </a:extLst>
          </p:cNvPr>
          <p:cNvCxnSpPr>
            <a:cxnSpLocks/>
          </p:cNvCxnSpPr>
          <p:nvPr/>
        </p:nvCxnSpPr>
        <p:spPr>
          <a:xfrm>
            <a:off x="6413368" y="361175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500B4F-1032-C995-0B2B-E1C44A2B4D44}"/>
              </a:ext>
            </a:extLst>
          </p:cNvPr>
          <p:cNvCxnSpPr>
            <a:cxnSpLocks/>
          </p:cNvCxnSpPr>
          <p:nvPr/>
        </p:nvCxnSpPr>
        <p:spPr>
          <a:xfrm>
            <a:off x="9386104" y="346111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03CC55-93E8-6F4E-A8BB-3DAD049424C7}"/>
              </a:ext>
            </a:extLst>
          </p:cNvPr>
          <p:cNvCxnSpPr>
            <a:cxnSpLocks/>
          </p:cNvCxnSpPr>
          <p:nvPr/>
        </p:nvCxnSpPr>
        <p:spPr>
          <a:xfrm>
            <a:off x="9386104" y="55125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DC2E3DA-EDFB-C983-D643-1042E6D8AB41}"/>
              </a:ext>
            </a:extLst>
          </p:cNvPr>
          <p:cNvCxnSpPr>
            <a:cxnSpLocks/>
          </p:cNvCxnSpPr>
          <p:nvPr/>
        </p:nvCxnSpPr>
        <p:spPr>
          <a:xfrm>
            <a:off x="6376204" y="55760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F923260-02DC-5F59-8603-4DB71DA25A66}"/>
              </a:ext>
            </a:extLst>
          </p:cNvPr>
          <p:cNvCxnSpPr>
            <a:cxnSpLocks/>
          </p:cNvCxnSpPr>
          <p:nvPr/>
        </p:nvCxnSpPr>
        <p:spPr>
          <a:xfrm>
            <a:off x="3402120" y="548288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794819F-23F1-BE2C-1A06-02FBB581E821}"/>
              </a:ext>
            </a:extLst>
          </p:cNvPr>
          <p:cNvCxnSpPr>
            <a:cxnSpLocks/>
          </p:cNvCxnSpPr>
          <p:nvPr/>
        </p:nvCxnSpPr>
        <p:spPr>
          <a:xfrm>
            <a:off x="396453" y="548288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864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0C702-8772-3835-B6DF-6A9CE509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16F418D-C3FE-72F0-AC95-B7ACEA283AAB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DR=2,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07A409-5FDA-1BF7-9486-19048A37F5D8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DR=2,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87D4A8-5E4F-14C3-8E99-C6ADC7129662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DR=2, LR=3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A1E8AD-54E1-E5CE-366F-D478A3B0D92B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DR=2, LR=4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720B4D-60E8-FE0A-E8FA-DE05DB6EB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8" y="713245"/>
            <a:ext cx="2891496" cy="1883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ECF4C-0A9F-6555-4F75-E2071E6DB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97" y="2693409"/>
            <a:ext cx="2888819" cy="1903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54E7B-4C56-80C6-4C3F-A98355B41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" y="4693760"/>
            <a:ext cx="2916420" cy="19038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995E09-3885-CDB4-91EC-F23F5B0C6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493" y="713244"/>
            <a:ext cx="2934180" cy="1883671"/>
          </a:xfrm>
          <a:prstGeom prst="rect">
            <a:avLst/>
          </a:prstGeom>
          <a:effectLst>
            <a:glow rad="127000">
              <a:srgbClr val="FFFF66">
                <a:alpha val="50000"/>
              </a:srgbClr>
            </a:glo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1F5B5-CCC6-D7B5-DCC1-CD09991D9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8493" y="2692527"/>
            <a:ext cx="2888819" cy="1889312"/>
          </a:xfrm>
          <a:prstGeom prst="rect">
            <a:avLst/>
          </a:prstGeom>
          <a:effectLst>
            <a:glow rad="127000">
              <a:srgbClr val="FFFF66">
                <a:alpha val="50000"/>
              </a:srgbClr>
            </a:glo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83FA12-4C7A-4B43-A38A-A27FD68F9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8493" y="4708306"/>
            <a:ext cx="2894137" cy="1889312"/>
          </a:xfrm>
          <a:prstGeom prst="rect">
            <a:avLst/>
          </a:prstGeom>
          <a:effectLst>
            <a:glow rad="127000">
              <a:srgbClr val="FFFF66">
                <a:alpha val="50000"/>
              </a:srgbClr>
            </a:glo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A4E66A9-78FC-F098-4222-ABCB107A1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4690" y="713244"/>
            <a:ext cx="2858188" cy="18617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59241B3-21AB-2145-A8F5-55D0D8A288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6267" y="2701055"/>
            <a:ext cx="2856611" cy="18885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A87E6C2-558A-E8ED-69F0-E4957351F2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9372" y="4693760"/>
            <a:ext cx="2856611" cy="189650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1BA8071-BDEB-4D17-8B8D-D689B75226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4895" y="713244"/>
            <a:ext cx="2851841" cy="186170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F308BAB-9335-DDF9-4BFE-093F8BA4D1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72785" y="4693761"/>
            <a:ext cx="2819865" cy="190385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BB7D2D-21CC-2BAF-F1A8-60117E78BB74}"/>
              </a:ext>
            </a:extLst>
          </p:cNvPr>
          <p:cNvCxnSpPr>
            <a:cxnSpLocks/>
          </p:cNvCxnSpPr>
          <p:nvPr/>
        </p:nvCxnSpPr>
        <p:spPr>
          <a:xfrm>
            <a:off x="396453" y="548288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C9DDD06-552A-B81A-9008-302E32FC4F9B}"/>
              </a:ext>
            </a:extLst>
          </p:cNvPr>
          <p:cNvCxnSpPr>
            <a:cxnSpLocks/>
          </p:cNvCxnSpPr>
          <p:nvPr/>
        </p:nvCxnSpPr>
        <p:spPr>
          <a:xfrm>
            <a:off x="3466459" y="5453253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7228BF-4BA9-3083-3348-C9DA7D14DDA7}"/>
              </a:ext>
            </a:extLst>
          </p:cNvPr>
          <p:cNvCxnSpPr>
            <a:cxnSpLocks/>
          </p:cNvCxnSpPr>
          <p:nvPr/>
        </p:nvCxnSpPr>
        <p:spPr>
          <a:xfrm>
            <a:off x="6502025" y="563528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1AF8AA-0081-0C76-BB62-7025F55008B1}"/>
              </a:ext>
            </a:extLst>
          </p:cNvPr>
          <p:cNvCxnSpPr>
            <a:cxnSpLocks/>
          </p:cNvCxnSpPr>
          <p:nvPr/>
        </p:nvCxnSpPr>
        <p:spPr>
          <a:xfrm>
            <a:off x="9485883" y="557178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6A65842-E3FD-243F-A3CD-70758257D059}"/>
              </a:ext>
            </a:extLst>
          </p:cNvPr>
          <p:cNvCxnSpPr>
            <a:cxnSpLocks/>
          </p:cNvCxnSpPr>
          <p:nvPr/>
        </p:nvCxnSpPr>
        <p:spPr>
          <a:xfrm>
            <a:off x="6463284" y="355248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1414182-BE1F-A087-38FB-91F7F19BC924}"/>
              </a:ext>
            </a:extLst>
          </p:cNvPr>
          <p:cNvCxnSpPr>
            <a:cxnSpLocks/>
          </p:cNvCxnSpPr>
          <p:nvPr/>
        </p:nvCxnSpPr>
        <p:spPr>
          <a:xfrm>
            <a:off x="3511820" y="346782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B2D6C7-A492-212B-DAF8-FF802F97CC4D}"/>
              </a:ext>
            </a:extLst>
          </p:cNvPr>
          <p:cNvCxnSpPr>
            <a:cxnSpLocks/>
          </p:cNvCxnSpPr>
          <p:nvPr/>
        </p:nvCxnSpPr>
        <p:spPr>
          <a:xfrm>
            <a:off x="396453" y="3570139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6E7D67-87FD-4A0B-79C9-152E348C238E}"/>
              </a:ext>
            </a:extLst>
          </p:cNvPr>
          <p:cNvCxnSpPr>
            <a:cxnSpLocks/>
          </p:cNvCxnSpPr>
          <p:nvPr/>
        </p:nvCxnSpPr>
        <p:spPr>
          <a:xfrm>
            <a:off x="396453" y="1487339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D58D2D-6973-6253-66AC-0221C8E1A694}"/>
              </a:ext>
            </a:extLst>
          </p:cNvPr>
          <p:cNvCxnSpPr>
            <a:cxnSpLocks/>
          </p:cNvCxnSpPr>
          <p:nvPr/>
        </p:nvCxnSpPr>
        <p:spPr>
          <a:xfrm>
            <a:off x="3466459" y="1550839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55D940F-A570-8569-C53B-5A5C97CB1206}"/>
              </a:ext>
            </a:extLst>
          </p:cNvPr>
          <p:cNvCxnSpPr>
            <a:cxnSpLocks/>
          </p:cNvCxnSpPr>
          <p:nvPr/>
        </p:nvCxnSpPr>
        <p:spPr>
          <a:xfrm>
            <a:off x="6502025" y="1550839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9D27F9D-4CF9-2A97-F557-04F29FCAABC9}"/>
              </a:ext>
            </a:extLst>
          </p:cNvPr>
          <p:cNvCxnSpPr>
            <a:cxnSpLocks/>
          </p:cNvCxnSpPr>
          <p:nvPr/>
        </p:nvCxnSpPr>
        <p:spPr>
          <a:xfrm>
            <a:off x="9485883" y="155862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565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89E07C-325C-8744-AE9D-18C54904D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7B1B6E6-740D-071F-6BEA-5D95ADBE842A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DR=3,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DBC5D0-8A6C-7620-65C3-FD7EDAA347B2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DR=3,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98893A-B422-1657-50A5-D7E1CA0B563C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DR=3, LR=3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5CB8E3-8FA6-E459-A416-98EF08F456E2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DR=3, LR=4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B86763-A939-6129-6F40-0E064AC24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4" y="690606"/>
            <a:ext cx="2901597" cy="1938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659CD8-25DB-D4E6-414D-C89EC9D2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4" y="2769499"/>
            <a:ext cx="2901597" cy="18899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DE1D2F-D1CF-251C-F3B8-7291882D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9" y="4812337"/>
            <a:ext cx="2935885" cy="18899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AE53F3-35FD-E430-8F71-40E9478DA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3356" y="692115"/>
            <a:ext cx="2929794" cy="19369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A9E700-11A4-D654-349A-46D6BEBDD8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3356" y="2722521"/>
            <a:ext cx="2935886" cy="1936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118981-608C-114A-EAA5-8A05050A1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3356" y="4781754"/>
            <a:ext cx="2935886" cy="19205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A2C99D1-468F-9D5B-2157-0E8C0E4321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0395" y="686337"/>
            <a:ext cx="3033483" cy="19424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116045C-FE41-BEFE-CF9A-3FF5B54CFE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0395" y="2737479"/>
            <a:ext cx="3033483" cy="19909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99C0BB-7CC3-7C76-40E4-BDA24098DF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0395" y="4770198"/>
            <a:ext cx="3033483" cy="1932115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DD592C-947F-597C-4CBD-1BA99D693DC6}"/>
              </a:ext>
            </a:extLst>
          </p:cNvPr>
          <p:cNvCxnSpPr>
            <a:cxnSpLocks/>
          </p:cNvCxnSpPr>
          <p:nvPr/>
        </p:nvCxnSpPr>
        <p:spPr>
          <a:xfrm>
            <a:off x="396453" y="147607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EF2687-6D7F-5BB3-3B36-FAFBEE217F49}"/>
              </a:ext>
            </a:extLst>
          </p:cNvPr>
          <p:cNvCxnSpPr>
            <a:cxnSpLocks/>
          </p:cNvCxnSpPr>
          <p:nvPr/>
        </p:nvCxnSpPr>
        <p:spPr>
          <a:xfrm>
            <a:off x="3447628" y="147607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43FC556-F543-431F-ABE1-60E217715075}"/>
              </a:ext>
            </a:extLst>
          </p:cNvPr>
          <p:cNvCxnSpPr>
            <a:cxnSpLocks/>
          </p:cNvCxnSpPr>
          <p:nvPr/>
        </p:nvCxnSpPr>
        <p:spPr>
          <a:xfrm>
            <a:off x="6492453" y="159672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00D8E71-4176-B97A-98A3-27D919135CB2}"/>
              </a:ext>
            </a:extLst>
          </p:cNvPr>
          <p:cNvCxnSpPr>
            <a:cxnSpLocks/>
          </p:cNvCxnSpPr>
          <p:nvPr/>
        </p:nvCxnSpPr>
        <p:spPr>
          <a:xfrm>
            <a:off x="396453" y="3549353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34A573-BBC6-E7EA-BBE1-1AE8721B3E27}"/>
              </a:ext>
            </a:extLst>
          </p:cNvPr>
          <p:cNvCxnSpPr>
            <a:cxnSpLocks/>
          </p:cNvCxnSpPr>
          <p:nvPr/>
        </p:nvCxnSpPr>
        <p:spPr>
          <a:xfrm>
            <a:off x="3403178" y="359697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8738FCA-FD55-9A38-3055-CF1EB0D7158F}"/>
              </a:ext>
            </a:extLst>
          </p:cNvPr>
          <p:cNvCxnSpPr>
            <a:cxnSpLocks/>
          </p:cNvCxnSpPr>
          <p:nvPr/>
        </p:nvCxnSpPr>
        <p:spPr>
          <a:xfrm>
            <a:off x="6457528" y="3549353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770966A-55F4-E45A-54AD-AE2A3ECFE6C8}"/>
              </a:ext>
            </a:extLst>
          </p:cNvPr>
          <p:cNvCxnSpPr>
            <a:cxnSpLocks/>
          </p:cNvCxnSpPr>
          <p:nvPr/>
        </p:nvCxnSpPr>
        <p:spPr>
          <a:xfrm>
            <a:off x="6428953" y="5536903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3B8302C-3F58-9FC9-069E-9FC190A0EB10}"/>
              </a:ext>
            </a:extLst>
          </p:cNvPr>
          <p:cNvCxnSpPr>
            <a:cxnSpLocks/>
          </p:cNvCxnSpPr>
          <p:nvPr/>
        </p:nvCxnSpPr>
        <p:spPr>
          <a:xfrm>
            <a:off x="3368253" y="557817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EC5AAA5-EFE0-CF47-AEE3-AE7E0129A3D1}"/>
              </a:ext>
            </a:extLst>
          </p:cNvPr>
          <p:cNvCxnSpPr>
            <a:cxnSpLocks/>
          </p:cNvCxnSpPr>
          <p:nvPr/>
        </p:nvCxnSpPr>
        <p:spPr>
          <a:xfrm>
            <a:off x="396453" y="545752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850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17D095E3-8931-C060-7D60-591A316F6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181" y="0"/>
            <a:ext cx="610163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3389AD-BD5C-602E-647A-1C554C914208}"/>
              </a:ext>
            </a:extLst>
          </p:cNvPr>
          <p:cNvSpPr txBox="1"/>
          <p:nvPr/>
        </p:nvSpPr>
        <p:spPr>
          <a:xfrm>
            <a:off x="9505950" y="685800"/>
            <a:ext cx="1861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Best model 18.3.</a:t>
            </a:r>
          </a:p>
        </p:txBody>
      </p:sp>
    </p:spTree>
    <p:extLst>
      <p:ext uri="{BB962C8B-B14F-4D97-AF65-F5344CB8AC3E}">
        <p14:creationId xmlns:p14="http://schemas.microsoft.com/office/powerpoint/2010/main" val="355766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numbers and symbols&#10;&#10;AI-generated content may be incorrect.">
            <a:extLst>
              <a:ext uri="{FF2B5EF4-FFF2-40B4-BE49-F238E27FC236}">
                <a16:creationId xmlns:a16="http://schemas.microsoft.com/office/drawing/2014/main" id="{87AC64EB-504A-D068-14B0-B7A45EFD4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2" y="1062056"/>
            <a:ext cx="5426764" cy="1424526"/>
          </a:xfrm>
          <a:prstGeom prst="rect">
            <a:avLst/>
          </a:prstGeo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C35F667-4AD0-583F-8EE0-C3F2B8A8A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4584018"/>
            <a:ext cx="5426764" cy="85471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5623B58-F69E-427D-4927-E078D6F74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1945736"/>
            <a:ext cx="5426764" cy="282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13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5F0C7-B9B7-ACDC-D448-FAA1CC29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3C78969-D299-D4F6-E0FE-4BD1E6156B0C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LR=1,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C7EAA3-1BA7-39CC-C19F-E52B4947A123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LR=1,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4D781-ED7C-952D-88A7-8AE74FF7A2FF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LR=1, DECAY=3</a:t>
            </a:r>
          </a:p>
        </p:txBody>
      </p:sp>
    </p:spTree>
    <p:extLst>
      <p:ext uri="{BB962C8B-B14F-4D97-AF65-F5344CB8AC3E}">
        <p14:creationId xmlns:p14="http://schemas.microsoft.com/office/powerpoint/2010/main" val="2421918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28BD33F-4484-BB21-9A0D-3C26CD9ACDC5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LR=3,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24547-18F2-75E6-95E0-E796D45D4948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LR=3,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95958-9EF5-E8DC-6B86-F0B5F57F6DE3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LR=3, DECAY=3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F8884B-2BDF-4761-0EF1-60C3346EB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4" y="1139350"/>
            <a:ext cx="3448875" cy="22896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51B177-F6D8-BE4F-B76C-BA464B679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84" y="4012552"/>
            <a:ext cx="3466774" cy="22896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1C8182-947D-BC0A-C343-D8E3EF098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562" y="1139350"/>
            <a:ext cx="3448876" cy="2292154"/>
          </a:xfrm>
          <a:prstGeom prst="rect">
            <a:avLst/>
          </a:prstGeom>
          <a:effectLst>
            <a:glow rad="127000">
              <a:srgbClr val="FFFF99"/>
            </a:glo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0D2C26-EB4E-197F-1E3A-BEFDA5BC3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562" y="4012552"/>
            <a:ext cx="3481041" cy="2269609"/>
          </a:xfrm>
          <a:prstGeom prst="rect">
            <a:avLst/>
          </a:prstGeom>
          <a:effectLst>
            <a:glow rad="127000">
              <a:srgbClr val="FFFF99"/>
            </a:glo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33F155-629F-B08D-6A1E-4CE17B823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874" y="1139350"/>
            <a:ext cx="3466774" cy="22942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30D81CA-CE6E-19F7-0D0E-A6277820C8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0874" y="4017823"/>
            <a:ext cx="3420342" cy="228493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906D3B-4C54-B4B1-E6F0-4B411011A8CD}"/>
              </a:ext>
            </a:extLst>
          </p:cNvPr>
          <p:cNvCxnSpPr>
            <a:cxnSpLocks/>
          </p:cNvCxnSpPr>
          <p:nvPr/>
        </p:nvCxnSpPr>
        <p:spPr>
          <a:xfrm>
            <a:off x="875597" y="2263076"/>
            <a:ext cx="28772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B25272-639E-1793-3E82-AD18AB660525}"/>
              </a:ext>
            </a:extLst>
          </p:cNvPr>
          <p:cNvCxnSpPr>
            <a:cxnSpLocks/>
          </p:cNvCxnSpPr>
          <p:nvPr/>
        </p:nvCxnSpPr>
        <p:spPr>
          <a:xfrm>
            <a:off x="4876097" y="2269785"/>
            <a:ext cx="273120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30916C-32A3-DC1B-522C-F6DCDC06024F}"/>
              </a:ext>
            </a:extLst>
          </p:cNvPr>
          <p:cNvCxnSpPr>
            <a:cxnSpLocks/>
          </p:cNvCxnSpPr>
          <p:nvPr/>
        </p:nvCxnSpPr>
        <p:spPr>
          <a:xfrm>
            <a:off x="8821564" y="2180885"/>
            <a:ext cx="2741786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493220B-663B-6559-23F6-A84FCE5A444A}"/>
              </a:ext>
            </a:extLst>
          </p:cNvPr>
          <p:cNvCxnSpPr>
            <a:cxnSpLocks/>
          </p:cNvCxnSpPr>
          <p:nvPr/>
        </p:nvCxnSpPr>
        <p:spPr>
          <a:xfrm>
            <a:off x="8821564" y="5059551"/>
            <a:ext cx="2741786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B741155-25E6-B723-D7C0-64FAA754BA35}"/>
              </a:ext>
            </a:extLst>
          </p:cNvPr>
          <p:cNvCxnSpPr>
            <a:cxnSpLocks/>
          </p:cNvCxnSpPr>
          <p:nvPr/>
        </p:nvCxnSpPr>
        <p:spPr>
          <a:xfrm>
            <a:off x="4876097" y="5039103"/>
            <a:ext cx="273120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8183047-BF1E-747D-2361-AA4A91903A2F}"/>
              </a:ext>
            </a:extLst>
          </p:cNvPr>
          <p:cNvCxnSpPr>
            <a:cxnSpLocks/>
          </p:cNvCxnSpPr>
          <p:nvPr/>
        </p:nvCxnSpPr>
        <p:spPr>
          <a:xfrm>
            <a:off x="998364" y="5060987"/>
            <a:ext cx="2703686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405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FE70A-6515-0DBC-59CE-E32A1827E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3D58539-A15D-3F8B-1BF4-9C6E86F08668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LR=5,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612681-BBC4-48EA-2AB1-1852FF946EA1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LR=5,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D7EE6D-A5EB-31E9-C6B0-529BA06D6B70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LR=5, DECAY=3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B68EDE1-2B8B-736D-F468-F47E4CEF2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563" y="1139351"/>
            <a:ext cx="3466774" cy="22872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25AEBD-1642-54D9-1F49-F9D6648A6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563" y="4017823"/>
            <a:ext cx="3537956" cy="2284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065041-AF75-0766-BB81-20B3E5E4D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341" y="4017820"/>
            <a:ext cx="3488665" cy="228493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C4654A-0AE7-44CA-9538-BEF8F3466289}"/>
              </a:ext>
            </a:extLst>
          </p:cNvPr>
          <p:cNvCxnSpPr>
            <a:cxnSpLocks/>
          </p:cNvCxnSpPr>
          <p:nvPr/>
        </p:nvCxnSpPr>
        <p:spPr>
          <a:xfrm>
            <a:off x="4825573" y="505252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1DC91D-D168-B699-BCFA-9A1773CF95CD}"/>
              </a:ext>
            </a:extLst>
          </p:cNvPr>
          <p:cNvCxnSpPr>
            <a:cxnSpLocks/>
          </p:cNvCxnSpPr>
          <p:nvPr/>
        </p:nvCxnSpPr>
        <p:spPr>
          <a:xfrm>
            <a:off x="4825573" y="218655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964951-C560-7841-8980-E44901A72D5A}"/>
              </a:ext>
            </a:extLst>
          </p:cNvPr>
          <p:cNvCxnSpPr>
            <a:cxnSpLocks/>
          </p:cNvCxnSpPr>
          <p:nvPr/>
        </p:nvCxnSpPr>
        <p:spPr>
          <a:xfrm>
            <a:off x="8741619" y="495515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979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F7C8A-587B-5F88-1B7A-F6C35066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280ECB4-42AD-2079-7CEF-15239B4C4C41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LR=1,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351C71-F234-EF7E-D7F9-57DCEB8B542E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LR=1,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095EA9-A15E-209D-AC5D-BF4FA85AE00D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LR=1, DECAY=3</a:t>
            </a:r>
          </a:p>
        </p:txBody>
      </p:sp>
    </p:spTree>
    <p:extLst>
      <p:ext uri="{BB962C8B-B14F-4D97-AF65-F5344CB8AC3E}">
        <p14:creationId xmlns:p14="http://schemas.microsoft.com/office/powerpoint/2010/main" val="2768924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7AA86-B1E8-8F0D-9FE1-3EE2C36A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00CAB9C-2C87-CF63-F06B-A662EB457732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LR=3,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5A305-02DC-A840-A00F-84C80DEDEE7F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LR=3,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D9859B-1F44-CA53-C30A-202959E3D49A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LR=3, DECAY=3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C957A-D3DE-04F8-DE11-2EC87E999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97" y="1136846"/>
            <a:ext cx="3547729" cy="2292154"/>
          </a:xfrm>
          <a:prstGeom prst="rect">
            <a:avLst/>
          </a:prstGeom>
          <a:effectLst>
            <a:glow rad="127000">
              <a:srgbClr val="FFFF66"/>
            </a:glo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1D1BF5-7E2F-B196-4C35-6D81789A0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96" y="3943704"/>
            <a:ext cx="3547729" cy="2335953"/>
          </a:xfrm>
          <a:prstGeom prst="rect">
            <a:avLst/>
          </a:prstGeom>
          <a:effectLst>
            <a:glow rad="127000">
              <a:srgbClr val="FFFF66"/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B74034-C6BA-A610-B12D-A37A27525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135" y="1136846"/>
            <a:ext cx="3547729" cy="22990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CE029C-720C-78C9-5824-263BA2A30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626" y="3966800"/>
            <a:ext cx="3608748" cy="23359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41C7B4-26C4-5B7C-A1A4-BB3530C4C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873" y="1136846"/>
            <a:ext cx="3384365" cy="22871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AA201E4-18D8-FB77-7AAE-09E852B52E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0873" y="3966799"/>
            <a:ext cx="3600028" cy="233595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3AC8BC-5A94-F3A9-F8D6-18F270F0FBFD}"/>
              </a:ext>
            </a:extLst>
          </p:cNvPr>
          <p:cNvCxnSpPr>
            <a:cxnSpLocks/>
          </p:cNvCxnSpPr>
          <p:nvPr/>
        </p:nvCxnSpPr>
        <p:spPr>
          <a:xfrm>
            <a:off x="4779006" y="483662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894627-7ACD-A84F-EA0F-354F0BBEF179}"/>
              </a:ext>
            </a:extLst>
          </p:cNvPr>
          <p:cNvCxnSpPr>
            <a:cxnSpLocks/>
          </p:cNvCxnSpPr>
          <p:nvPr/>
        </p:nvCxnSpPr>
        <p:spPr>
          <a:xfrm>
            <a:off x="8855706" y="4921287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E33029-1D66-F9A8-D505-2B12F0A93B11}"/>
              </a:ext>
            </a:extLst>
          </p:cNvPr>
          <p:cNvCxnSpPr>
            <a:cxnSpLocks/>
          </p:cNvCxnSpPr>
          <p:nvPr/>
        </p:nvCxnSpPr>
        <p:spPr>
          <a:xfrm>
            <a:off x="8724472" y="229662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19155D-D8A6-A879-F503-04CD48430E07}"/>
              </a:ext>
            </a:extLst>
          </p:cNvPr>
          <p:cNvCxnSpPr>
            <a:cxnSpLocks/>
          </p:cNvCxnSpPr>
          <p:nvPr/>
        </p:nvCxnSpPr>
        <p:spPr>
          <a:xfrm>
            <a:off x="4779006" y="2165387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C62F08E-20F4-DE64-0527-F3DAB0574009}"/>
              </a:ext>
            </a:extLst>
          </p:cNvPr>
          <p:cNvCxnSpPr>
            <a:cxnSpLocks/>
          </p:cNvCxnSpPr>
          <p:nvPr/>
        </p:nvCxnSpPr>
        <p:spPr>
          <a:xfrm>
            <a:off x="799673" y="2084954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AF6ED5-6D43-B11A-2120-97974A15F39F}"/>
              </a:ext>
            </a:extLst>
          </p:cNvPr>
          <p:cNvCxnSpPr>
            <a:cxnSpLocks/>
          </p:cNvCxnSpPr>
          <p:nvPr/>
        </p:nvCxnSpPr>
        <p:spPr>
          <a:xfrm>
            <a:off x="764219" y="4917657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753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34021-F8BC-502A-2B28-B3291A5F7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45FC485-7486-B048-D4C9-9283AE2891CC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LR=5,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D39E2-0602-424F-B7B1-A176C4E6150A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LR=5,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5BC9DC-C1C2-5B55-4708-093B080F4CFA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LR=5, DECAY=3</a:t>
            </a:r>
          </a:p>
        </p:txBody>
      </p:sp>
    </p:spTree>
    <p:extLst>
      <p:ext uri="{BB962C8B-B14F-4D97-AF65-F5344CB8AC3E}">
        <p14:creationId xmlns:p14="http://schemas.microsoft.com/office/powerpoint/2010/main" val="2283746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86054-5DC0-4EAB-E6EC-59D20627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C982BB-0DAE-6260-9F8C-69410E132D67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LR=1,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C3122F-9967-3F67-8D85-F4C8221542F4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LR=1,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EBAB8C-E509-58CD-F9B6-3B487FB09FD6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LR=1, DECAY=3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4DE400-63C6-905C-BB75-7680262DF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3" y="1142423"/>
            <a:ext cx="3513207" cy="2291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7BD410-439A-51CE-0919-8625045DF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83" y="4033144"/>
            <a:ext cx="3535352" cy="22696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858722-9E4C-8ABC-D6FE-24355D0C1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447" y="1142423"/>
            <a:ext cx="3461155" cy="230502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2FEFD1-0AE7-9289-4402-903A37708810}"/>
              </a:ext>
            </a:extLst>
          </p:cNvPr>
          <p:cNvCxnSpPr>
            <a:cxnSpLocks/>
          </p:cNvCxnSpPr>
          <p:nvPr/>
        </p:nvCxnSpPr>
        <p:spPr>
          <a:xfrm>
            <a:off x="861586" y="497692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B5354-AEFF-7A99-0C5E-799043670594}"/>
              </a:ext>
            </a:extLst>
          </p:cNvPr>
          <p:cNvCxnSpPr>
            <a:cxnSpLocks/>
          </p:cNvCxnSpPr>
          <p:nvPr/>
        </p:nvCxnSpPr>
        <p:spPr>
          <a:xfrm>
            <a:off x="861586" y="207709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118258-600B-273D-EDF4-247689DDCE49}"/>
              </a:ext>
            </a:extLst>
          </p:cNvPr>
          <p:cNvCxnSpPr>
            <a:cxnSpLocks/>
          </p:cNvCxnSpPr>
          <p:nvPr/>
        </p:nvCxnSpPr>
        <p:spPr>
          <a:xfrm>
            <a:off x="4783769" y="209678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581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48D67-03B9-4665-CD4B-0005EA0C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CAF0D34-F7E6-1975-C799-4A3526B1C3B2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LR=3,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AEC5BB-A0E7-601D-E5FC-DF7ED721F3C2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LR=3,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6BCBC2-622C-CA36-2632-C540C79A98FB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LR=3, DECAY=3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AAF407-5E65-E03C-DFA9-23BBA8474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3" y="4020270"/>
            <a:ext cx="3513207" cy="2327590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5990D2-5CFD-6930-F442-430EB34BD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24" y="1032177"/>
            <a:ext cx="3476752" cy="22865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DE1E30-6314-D2E4-2F67-BB3BCBF0D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24" y="4020270"/>
            <a:ext cx="3476752" cy="22865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A0B05D-DC68-64B7-A2E0-BFB82C597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2341" y="1032177"/>
            <a:ext cx="3377880" cy="22875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EBAF19-2964-7543-DB42-AC6C07688F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342" y="4020271"/>
            <a:ext cx="3377880" cy="2256592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3E8F7B-9AF0-32F3-5F40-396993B7DFE1}"/>
              </a:ext>
            </a:extLst>
          </p:cNvPr>
          <p:cNvCxnSpPr>
            <a:cxnSpLocks/>
          </p:cNvCxnSpPr>
          <p:nvPr/>
        </p:nvCxnSpPr>
        <p:spPr>
          <a:xfrm>
            <a:off x="4764719" y="207773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5F233D-FD4A-3CF5-48FE-C71B04465A75}"/>
              </a:ext>
            </a:extLst>
          </p:cNvPr>
          <p:cNvCxnSpPr>
            <a:cxnSpLocks/>
          </p:cNvCxnSpPr>
          <p:nvPr/>
        </p:nvCxnSpPr>
        <p:spPr>
          <a:xfrm>
            <a:off x="8693253" y="2170864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E7DCC-580E-916E-31DA-EACE171AA761}"/>
              </a:ext>
            </a:extLst>
          </p:cNvPr>
          <p:cNvCxnSpPr>
            <a:cxnSpLocks/>
          </p:cNvCxnSpPr>
          <p:nvPr/>
        </p:nvCxnSpPr>
        <p:spPr>
          <a:xfrm>
            <a:off x="8659386" y="5045297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4043D12-85A3-66B1-C6FB-6E5754425FF3}"/>
              </a:ext>
            </a:extLst>
          </p:cNvPr>
          <p:cNvCxnSpPr>
            <a:cxnSpLocks/>
          </p:cNvCxnSpPr>
          <p:nvPr/>
        </p:nvCxnSpPr>
        <p:spPr>
          <a:xfrm>
            <a:off x="4726620" y="4956397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BF14FD-C11D-ED86-14A6-9CD391724B5E}"/>
              </a:ext>
            </a:extLst>
          </p:cNvPr>
          <p:cNvCxnSpPr>
            <a:cxnSpLocks/>
          </p:cNvCxnSpPr>
          <p:nvPr/>
        </p:nvCxnSpPr>
        <p:spPr>
          <a:xfrm>
            <a:off x="861587" y="5071976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928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8BE71-3286-B136-61AC-2855030F7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38E9F5-CA17-762C-CE9E-159769845613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LR=5,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2CE6F7-0D67-67CE-1F24-C023D7EE1F95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LR=5,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9F558-6F87-8887-2069-AF6BC5B860E3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LR=5, DECAY=3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75FAC4-A9AF-26C2-D25C-440224C83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53" y="4020270"/>
            <a:ext cx="3447785" cy="2286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A5455C-55D4-8E3C-00A0-4F8AA5404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342" y="4020270"/>
            <a:ext cx="3480198" cy="228657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D8405F-A04F-DCA7-CF30-2FCA905020D1}"/>
              </a:ext>
            </a:extLst>
          </p:cNvPr>
          <p:cNvCxnSpPr>
            <a:cxnSpLocks/>
          </p:cNvCxnSpPr>
          <p:nvPr/>
        </p:nvCxnSpPr>
        <p:spPr>
          <a:xfrm>
            <a:off x="810787" y="4967201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A70259-EAB7-1FA5-8C84-D9766759BA52}"/>
              </a:ext>
            </a:extLst>
          </p:cNvPr>
          <p:cNvCxnSpPr>
            <a:cxnSpLocks/>
          </p:cNvCxnSpPr>
          <p:nvPr/>
        </p:nvCxnSpPr>
        <p:spPr>
          <a:xfrm>
            <a:off x="8672087" y="495600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220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57C34-0A6E-BBCE-051C-E9F7D562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5E0B1C-6575-0497-3FBE-576C13C51169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LR=1,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0163D3-E205-435B-0967-5A47D32A9B3B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LR=1,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7F8F56-4F44-25A0-D3C2-D5E6A2BE552E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LR=1, DECAY=3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11FFCC-A1FD-B3C2-B49B-2547FE18A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53" y="3886011"/>
            <a:ext cx="3513695" cy="238815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D3806E8-FEB3-563E-12EF-8A2AB1CC371D}"/>
              </a:ext>
            </a:extLst>
          </p:cNvPr>
          <p:cNvCxnSpPr>
            <a:cxnSpLocks/>
          </p:cNvCxnSpPr>
          <p:nvPr/>
        </p:nvCxnSpPr>
        <p:spPr>
          <a:xfrm>
            <a:off x="861587" y="489250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242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E79AF-6A48-8CB9-2680-61261323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717386-F1D3-694C-E7FC-5A246BDF081F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LR=3,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948CC-BA84-DED8-8F5C-B5A509310119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LR=3,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CC57BA-D4A3-6D96-FD33-502479484C88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LR=3, DECAY=3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93FA0E-D7C7-2209-AC68-805C43422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53" y="1003004"/>
            <a:ext cx="3513695" cy="2349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CCB3A0-57BA-2501-3038-9D1E98429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09" y="3994826"/>
            <a:ext cx="3522994" cy="2283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E8CD21-7AA7-5831-4CD2-C794ABEC0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397" y="1003004"/>
            <a:ext cx="3513695" cy="23498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D09B40-FE1A-2700-86C5-9A45EAD7F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397" y="3994826"/>
            <a:ext cx="3515745" cy="22834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B4738A-9723-4AC9-6D90-3A7A41D55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341" y="1003004"/>
            <a:ext cx="3543208" cy="23497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35B2F5-165A-E77B-506B-A35B008924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099" y="3994827"/>
            <a:ext cx="3543208" cy="2279342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3147339-174C-42EA-8524-507AD75E1C9D}"/>
              </a:ext>
            </a:extLst>
          </p:cNvPr>
          <p:cNvCxnSpPr>
            <a:cxnSpLocks/>
          </p:cNvCxnSpPr>
          <p:nvPr/>
        </p:nvCxnSpPr>
        <p:spPr>
          <a:xfrm>
            <a:off x="772687" y="494330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E129617-8928-3883-9E8F-7EDE173F55E6}"/>
              </a:ext>
            </a:extLst>
          </p:cNvPr>
          <p:cNvCxnSpPr>
            <a:cxnSpLocks/>
          </p:cNvCxnSpPr>
          <p:nvPr/>
        </p:nvCxnSpPr>
        <p:spPr>
          <a:xfrm>
            <a:off x="4777420" y="5027969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1D8317-7CFA-06F8-02D8-A0F152D4DF37}"/>
              </a:ext>
            </a:extLst>
          </p:cNvPr>
          <p:cNvCxnSpPr>
            <a:cxnSpLocks/>
          </p:cNvCxnSpPr>
          <p:nvPr/>
        </p:nvCxnSpPr>
        <p:spPr>
          <a:xfrm>
            <a:off x="8718652" y="502673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6A6F24-E8D3-CE2C-BD4A-EE53B570A104}"/>
              </a:ext>
            </a:extLst>
          </p:cNvPr>
          <p:cNvCxnSpPr>
            <a:cxnSpLocks/>
          </p:cNvCxnSpPr>
          <p:nvPr/>
        </p:nvCxnSpPr>
        <p:spPr>
          <a:xfrm>
            <a:off x="8653882" y="219463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8419227-845D-CF2C-AF18-B25FAE5599F9}"/>
              </a:ext>
            </a:extLst>
          </p:cNvPr>
          <p:cNvCxnSpPr>
            <a:cxnSpLocks/>
          </p:cNvCxnSpPr>
          <p:nvPr/>
        </p:nvCxnSpPr>
        <p:spPr>
          <a:xfrm>
            <a:off x="4730514" y="209938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1B5C57-0F23-1B4B-052A-3E4BB6CDE0F3}"/>
              </a:ext>
            </a:extLst>
          </p:cNvPr>
          <p:cNvCxnSpPr>
            <a:cxnSpLocks/>
          </p:cNvCxnSpPr>
          <p:nvPr/>
        </p:nvCxnSpPr>
        <p:spPr>
          <a:xfrm>
            <a:off x="772687" y="208033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948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80E16-0A80-6B4B-D7EE-A8E24278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9018857-B491-9024-BCF8-186795EC3028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LR=5,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AE151F-718D-FBF4-F38E-120CBB2CA30B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LR=5,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EC12F0-A7AC-D133-9232-84A24F00ED16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LR=5, DECAY=3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89A5-56B1-B1E6-7E17-51847604C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099" y="3948676"/>
            <a:ext cx="3548450" cy="232957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D50663-13F8-4EE3-E783-50A5C03D3A94}"/>
              </a:ext>
            </a:extLst>
          </p:cNvPr>
          <p:cNvCxnSpPr>
            <a:cxnSpLocks/>
          </p:cNvCxnSpPr>
          <p:nvPr/>
        </p:nvCxnSpPr>
        <p:spPr>
          <a:xfrm>
            <a:off x="8760987" y="470288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023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numbers and symbols&#10;&#10;AI-generated content may be incorrect.">
            <a:extLst>
              <a:ext uri="{FF2B5EF4-FFF2-40B4-BE49-F238E27FC236}">
                <a16:creationId xmlns:a16="http://schemas.microsoft.com/office/drawing/2014/main" id="{4D32E728-5601-A649-3AB2-459E9B7EA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2" y="994222"/>
            <a:ext cx="5426764" cy="1560194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392C0F2-8B39-228A-6EB0-EF149F1B0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4584018"/>
            <a:ext cx="5426764" cy="85471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8918360-3848-4A87-2BA2-3032E5930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1966086"/>
            <a:ext cx="5426764" cy="278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15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39A71-3810-6659-B302-29B26F95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2A39039-46E2-0EA1-8D42-533E39025DDB}"/>
              </a:ext>
            </a:extLst>
          </p:cNvPr>
          <p:cNvSpPr txBox="1"/>
          <p:nvPr/>
        </p:nvSpPr>
        <p:spPr>
          <a:xfrm>
            <a:off x="567903" y="365237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DR=1m, LR=2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8CBF18-CE63-5751-3351-7801B76DA4AF}"/>
              </a:ext>
            </a:extLst>
          </p:cNvPr>
          <p:cNvSpPr txBox="1"/>
          <p:nvPr/>
        </p:nvSpPr>
        <p:spPr>
          <a:xfrm>
            <a:off x="4584207" y="365237"/>
            <a:ext cx="3023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DR=1m, LR=3m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9BD32-4D32-787B-EC12-833767197B27}"/>
              </a:ext>
            </a:extLst>
          </p:cNvPr>
          <p:cNvSpPr txBox="1"/>
          <p:nvPr/>
        </p:nvSpPr>
        <p:spPr>
          <a:xfrm>
            <a:off x="8874626" y="360289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DR=1m, LR=3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1B23E1-0F87-C490-5187-7315A7944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55" y="1100533"/>
            <a:ext cx="3540446" cy="2328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7D4F51-541E-E485-62D3-E27572C08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55" y="3934609"/>
            <a:ext cx="3540446" cy="2335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1DA4CB-282A-E06E-C0DC-26E23E083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175" y="1100533"/>
            <a:ext cx="3551649" cy="23284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3D55D0-6249-51C5-35D2-F22427174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175" y="3934609"/>
            <a:ext cx="3604625" cy="23433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F7855C-51C2-78C5-E3A6-A5C2475E0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098" y="1100533"/>
            <a:ext cx="3551649" cy="23504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2E3A12-F9C8-8FFA-D2DB-FBA1D9F864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074" y="3923486"/>
            <a:ext cx="3498673" cy="234693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F50E24-CBD5-C149-89B9-1BD4EC03AB2F}"/>
              </a:ext>
            </a:extLst>
          </p:cNvPr>
          <p:cNvCxnSpPr>
            <a:cxnSpLocks/>
          </p:cNvCxnSpPr>
          <p:nvPr/>
        </p:nvCxnSpPr>
        <p:spPr>
          <a:xfrm>
            <a:off x="8760987" y="5016155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F060FC-C3C7-F349-2D62-29A8B19D1BD4}"/>
              </a:ext>
            </a:extLst>
          </p:cNvPr>
          <p:cNvCxnSpPr>
            <a:cxnSpLocks/>
          </p:cNvCxnSpPr>
          <p:nvPr/>
        </p:nvCxnSpPr>
        <p:spPr>
          <a:xfrm>
            <a:off x="4764721" y="51262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A5BB09-63B3-87C8-22D5-4FC8C6F63BBF}"/>
              </a:ext>
            </a:extLst>
          </p:cNvPr>
          <p:cNvCxnSpPr>
            <a:cxnSpLocks/>
          </p:cNvCxnSpPr>
          <p:nvPr/>
        </p:nvCxnSpPr>
        <p:spPr>
          <a:xfrm>
            <a:off x="8728070" y="2057056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F13427-B0DC-CE46-71D2-5961D98E3855}"/>
              </a:ext>
            </a:extLst>
          </p:cNvPr>
          <p:cNvCxnSpPr>
            <a:cxnSpLocks/>
          </p:cNvCxnSpPr>
          <p:nvPr/>
        </p:nvCxnSpPr>
        <p:spPr>
          <a:xfrm>
            <a:off x="4711765" y="21671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0F84F8-75D9-7F0D-8547-2D38E37569CA}"/>
              </a:ext>
            </a:extLst>
          </p:cNvPr>
          <p:cNvCxnSpPr>
            <a:cxnSpLocks/>
          </p:cNvCxnSpPr>
          <p:nvPr/>
        </p:nvCxnSpPr>
        <p:spPr>
          <a:xfrm>
            <a:off x="766298" y="2277189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75D755-D490-98C1-2DF8-C86FFF9948BE}"/>
              </a:ext>
            </a:extLst>
          </p:cNvPr>
          <p:cNvCxnSpPr>
            <a:cxnSpLocks/>
          </p:cNvCxnSpPr>
          <p:nvPr/>
        </p:nvCxnSpPr>
        <p:spPr>
          <a:xfrm>
            <a:off x="766298" y="49103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96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921E2-AE3C-2691-87B2-5BAA318A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09233B-5A60-C0DB-BD6F-BBA50ADA9E8A}"/>
              </a:ext>
            </a:extLst>
          </p:cNvPr>
          <p:cNvSpPr txBox="1"/>
          <p:nvPr/>
        </p:nvSpPr>
        <p:spPr>
          <a:xfrm>
            <a:off x="567903" y="365237"/>
            <a:ext cx="265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DR=1p, LR=2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A5FAEB-E827-1657-7B5F-E09CAEC8FAB5}"/>
              </a:ext>
            </a:extLst>
          </p:cNvPr>
          <p:cNvSpPr txBox="1"/>
          <p:nvPr/>
        </p:nvSpPr>
        <p:spPr>
          <a:xfrm>
            <a:off x="4584207" y="365237"/>
            <a:ext cx="2924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DR=1p, LR=3m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ADA2E-28F0-F33F-D13A-60D16F38A101}"/>
              </a:ext>
            </a:extLst>
          </p:cNvPr>
          <p:cNvSpPr txBox="1"/>
          <p:nvPr/>
        </p:nvSpPr>
        <p:spPr>
          <a:xfrm>
            <a:off x="8874626" y="360289"/>
            <a:ext cx="265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DR=1p, LR=3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B6C76-2152-1B60-7A87-EA9E3E1B3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56" y="3975502"/>
            <a:ext cx="3625045" cy="2346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50ECA4-5A6D-CD40-7E7F-0DD2CDA2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175" y="1100533"/>
            <a:ext cx="3551649" cy="23505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E374CF-4795-A8C0-1A2E-7F29868D1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176" y="4051300"/>
            <a:ext cx="3554184" cy="22711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EFE663-EF34-9A1A-D767-C2F6595E9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102" y="1100534"/>
            <a:ext cx="3654748" cy="23537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0D6212-9187-3437-7593-71DFF9464E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102" y="4051301"/>
            <a:ext cx="3426148" cy="227456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EB3360-3AA4-5F21-2153-5496038F25C1}"/>
              </a:ext>
            </a:extLst>
          </p:cNvPr>
          <p:cNvCxnSpPr>
            <a:cxnSpLocks/>
          </p:cNvCxnSpPr>
          <p:nvPr/>
        </p:nvCxnSpPr>
        <p:spPr>
          <a:xfrm>
            <a:off x="711265" y="49103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C19CC18-AAE8-28CB-C698-0AB5655B3DB0}"/>
              </a:ext>
            </a:extLst>
          </p:cNvPr>
          <p:cNvCxnSpPr>
            <a:cxnSpLocks/>
          </p:cNvCxnSpPr>
          <p:nvPr/>
        </p:nvCxnSpPr>
        <p:spPr>
          <a:xfrm>
            <a:off x="4758332" y="49484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5FED6C6-3489-D956-4E6C-3BDAF29BB6C9}"/>
              </a:ext>
            </a:extLst>
          </p:cNvPr>
          <p:cNvCxnSpPr>
            <a:cxnSpLocks/>
          </p:cNvCxnSpPr>
          <p:nvPr/>
        </p:nvCxnSpPr>
        <p:spPr>
          <a:xfrm>
            <a:off x="8779998" y="5079655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DB15B5D-A70E-FA49-79D6-690D6FF5C351}"/>
              </a:ext>
            </a:extLst>
          </p:cNvPr>
          <p:cNvCxnSpPr>
            <a:cxnSpLocks/>
          </p:cNvCxnSpPr>
          <p:nvPr/>
        </p:nvCxnSpPr>
        <p:spPr>
          <a:xfrm>
            <a:off x="8839264" y="22814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02A021-AD68-D477-5642-CA7F19D0C157}"/>
              </a:ext>
            </a:extLst>
          </p:cNvPr>
          <p:cNvCxnSpPr>
            <a:cxnSpLocks/>
          </p:cNvCxnSpPr>
          <p:nvPr/>
        </p:nvCxnSpPr>
        <p:spPr>
          <a:xfrm>
            <a:off x="4792197" y="21798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211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CE42D-1F74-7F60-B8B0-A43128D62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01DA332-438B-F6B8-29B9-7B0C9CA8FC50}"/>
              </a:ext>
            </a:extLst>
          </p:cNvPr>
          <p:cNvSpPr txBox="1"/>
          <p:nvPr/>
        </p:nvSpPr>
        <p:spPr>
          <a:xfrm>
            <a:off x="567903" y="365237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DR=1m, LR=2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8F4EE1-7A16-679D-E732-7A3C732E37CD}"/>
              </a:ext>
            </a:extLst>
          </p:cNvPr>
          <p:cNvSpPr txBox="1"/>
          <p:nvPr/>
        </p:nvSpPr>
        <p:spPr>
          <a:xfrm>
            <a:off x="4584207" y="365237"/>
            <a:ext cx="3023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DR=1m, LR=3m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D19814-28D8-7FF0-1832-FD046625F2A0}"/>
              </a:ext>
            </a:extLst>
          </p:cNvPr>
          <p:cNvSpPr txBox="1"/>
          <p:nvPr/>
        </p:nvSpPr>
        <p:spPr>
          <a:xfrm>
            <a:off x="8874626" y="360289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DR=1m, LR=3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B5E11-A9FE-B5F9-32A0-50346F9D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56" y="1100533"/>
            <a:ext cx="3540446" cy="2391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11967B-E3AC-8E20-5EBA-A7855C9FF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56" y="3934609"/>
            <a:ext cx="3544921" cy="23433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FA7BAE-96EF-3372-0E79-32B0E6FEF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175" y="1100533"/>
            <a:ext cx="3551649" cy="24095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0D9C692-542E-2B09-CD35-B76895C48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041" y="3923487"/>
            <a:ext cx="3544921" cy="23286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0E3696A-C4C4-186C-42A8-E4D83F8D8E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075" y="1100533"/>
            <a:ext cx="3630026" cy="24099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C0FA195-3E80-64B5-9FF9-40860A7382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075" y="3888033"/>
            <a:ext cx="3630026" cy="238995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E5212B-0374-C7F0-E655-93234E27BF6D}"/>
              </a:ext>
            </a:extLst>
          </p:cNvPr>
          <p:cNvCxnSpPr>
            <a:cxnSpLocks/>
          </p:cNvCxnSpPr>
          <p:nvPr/>
        </p:nvCxnSpPr>
        <p:spPr>
          <a:xfrm>
            <a:off x="4754097" y="2327989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B7F978-D1E7-F700-02AD-E6353920299F}"/>
              </a:ext>
            </a:extLst>
          </p:cNvPr>
          <p:cNvCxnSpPr>
            <a:cxnSpLocks/>
          </p:cNvCxnSpPr>
          <p:nvPr/>
        </p:nvCxnSpPr>
        <p:spPr>
          <a:xfrm>
            <a:off x="8874626" y="221792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F1CFF1-B98F-42D0-E623-A2E9962378F8}"/>
              </a:ext>
            </a:extLst>
          </p:cNvPr>
          <p:cNvCxnSpPr>
            <a:cxnSpLocks/>
          </p:cNvCxnSpPr>
          <p:nvPr/>
        </p:nvCxnSpPr>
        <p:spPr>
          <a:xfrm>
            <a:off x="8839066" y="486968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C54173-1E66-E879-2353-0D1E1DBF16AF}"/>
              </a:ext>
            </a:extLst>
          </p:cNvPr>
          <p:cNvCxnSpPr>
            <a:cxnSpLocks/>
          </p:cNvCxnSpPr>
          <p:nvPr/>
        </p:nvCxnSpPr>
        <p:spPr>
          <a:xfrm>
            <a:off x="4754097" y="495604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D0EFA5-68E3-07B2-5DFA-8D5B71335D5D}"/>
              </a:ext>
            </a:extLst>
          </p:cNvPr>
          <p:cNvCxnSpPr>
            <a:cxnSpLocks/>
          </p:cNvCxnSpPr>
          <p:nvPr/>
        </p:nvCxnSpPr>
        <p:spPr>
          <a:xfrm>
            <a:off x="778151" y="4899316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E9AB8D-A571-49D0-D991-EFB0092D7E5A}"/>
              </a:ext>
            </a:extLst>
          </p:cNvPr>
          <p:cNvCxnSpPr>
            <a:cxnSpLocks/>
          </p:cNvCxnSpPr>
          <p:nvPr/>
        </p:nvCxnSpPr>
        <p:spPr>
          <a:xfrm>
            <a:off x="778151" y="2118016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937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3D362-7953-A834-CCA8-558EABA94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5F3DE52-A8D3-E096-0740-8BC8898C13B3}"/>
              </a:ext>
            </a:extLst>
          </p:cNvPr>
          <p:cNvSpPr txBox="1"/>
          <p:nvPr/>
        </p:nvSpPr>
        <p:spPr>
          <a:xfrm>
            <a:off x="567903" y="365237"/>
            <a:ext cx="265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DR=1p, LR=2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57CF81-3AAD-6801-CEA3-2937D8EA92F4}"/>
              </a:ext>
            </a:extLst>
          </p:cNvPr>
          <p:cNvSpPr txBox="1"/>
          <p:nvPr/>
        </p:nvSpPr>
        <p:spPr>
          <a:xfrm>
            <a:off x="4584207" y="365237"/>
            <a:ext cx="2924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DR=1p, LR=3m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DB1A5-BB13-B670-5EF9-5E146D9C9817}"/>
              </a:ext>
            </a:extLst>
          </p:cNvPr>
          <p:cNvSpPr txBox="1"/>
          <p:nvPr/>
        </p:nvSpPr>
        <p:spPr>
          <a:xfrm>
            <a:off x="8874626" y="360289"/>
            <a:ext cx="265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DR=1p, LR=3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F741CF-448C-8200-3160-E3D0B3D22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57" y="1100533"/>
            <a:ext cx="3544412" cy="2271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E17B6B-BB62-6148-FEA0-8A8DD0F6E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58" y="3958541"/>
            <a:ext cx="3622378" cy="23286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59B810-A020-DF12-412C-864F5E2AD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41" y="1100534"/>
            <a:ext cx="3495809" cy="2265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9AF4BB-8C65-154A-48B0-D2C6ED15D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042" y="3958539"/>
            <a:ext cx="3559332" cy="23286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7DC6D6-7D54-B857-4462-01A2FD4316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076" y="1100533"/>
            <a:ext cx="3545206" cy="22654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0BA685F-5F00-1A2E-29D8-EE0AED6926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076" y="3958539"/>
            <a:ext cx="3631533" cy="232867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64898F5-7C70-34A9-EF56-C2BB56965222}"/>
              </a:ext>
            </a:extLst>
          </p:cNvPr>
          <p:cNvCxnSpPr>
            <a:cxnSpLocks/>
          </p:cNvCxnSpPr>
          <p:nvPr/>
        </p:nvCxnSpPr>
        <p:spPr>
          <a:xfrm>
            <a:off x="778151" y="2118016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851943C-A969-CCF3-42B7-CD6A41C83C78}"/>
              </a:ext>
            </a:extLst>
          </p:cNvPr>
          <p:cNvCxnSpPr>
            <a:cxnSpLocks/>
          </p:cNvCxnSpPr>
          <p:nvPr/>
        </p:nvCxnSpPr>
        <p:spPr>
          <a:xfrm>
            <a:off x="4761718" y="2123599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E4E128-0963-4F7F-24C1-7286EDE63B65}"/>
              </a:ext>
            </a:extLst>
          </p:cNvPr>
          <p:cNvCxnSpPr>
            <a:cxnSpLocks/>
          </p:cNvCxnSpPr>
          <p:nvPr/>
        </p:nvCxnSpPr>
        <p:spPr>
          <a:xfrm>
            <a:off x="8770685" y="212918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23F937-632A-F1C3-908D-5F920FAE0EC9}"/>
              </a:ext>
            </a:extLst>
          </p:cNvPr>
          <p:cNvCxnSpPr>
            <a:cxnSpLocks/>
          </p:cNvCxnSpPr>
          <p:nvPr/>
        </p:nvCxnSpPr>
        <p:spPr>
          <a:xfrm>
            <a:off x="8808785" y="493164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14042B3-1E99-5F3C-9867-4DB650006EAC}"/>
              </a:ext>
            </a:extLst>
          </p:cNvPr>
          <p:cNvCxnSpPr>
            <a:cxnSpLocks/>
          </p:cNvCxnSpPr>
          <p:nvPr/>
        </p:nvCxnSpPr>
        <p:spPr>
          <a:xfrm>
            <a:off x="4761718" y="5024781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CBDA3C2-30FC-A305-8FF0-2CB67CD0937D}"/>
              </a:ext>
            </a:extLst>
          </p:cNvPr>
          <p:cNvCxnSpPr>
            <a:cxnSpLocks/>
          </p:cNvCxnSpPr>
          <p:nvPr/>
        </p:nvCxnSpPr>
        <p:spPr>
          <a:xfrm>
            <a:off x="778151" y="4914715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362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F1073-2A0E-64D6-7460-302DFE8C0FF3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>
                <a:latin typeface="+mj-lt"/>
                <a:ea typeface="+mj-ea"/>
                <a:cs typeface="+mj-cs"/>
              </a:rPr>
              <a:t>After checking the permutation feature importance the 0.00008 LR/0.995 LR_DECAY model was still taken as the best one.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B0829-2DA9-88C2-AD42-C757DC5DB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460" y="2642616"/>
            <a:ext cx="3805576" cy="36057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7F6233-A4D1-5B48-68A0-59BC3CA98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996355"/>
            <a:ext cx="5614416" cy="89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25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287AD-896F-2E3F-5DEB-2F645F75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A53FA-E027-9C30-33F6-8056B4F19775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latin typeface="+mj-lt"/>
                <a:ea typeface="+mj-ea"/>
                <a:cs typeface="+mj-cs"/>
              </a:rPr>
              <a:t>Updated model from 27.3.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21C3B-564D-92C8-8AA8-0D5781DD1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69" y="2091095"/>
            <a:ext cx="4510713" cy="4206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8104F6-D6F4-ADB7-304F-8E1E9CCA3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08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CB7DA-2388-0DD2-D1B2-C5AA3510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EA66D-6A69-373A-ECF3-40ACABD86650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30.3.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810F3E-A87C-4611-DC2F-AA148FED5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74" y="2091095"/>
            <a:ext cx="4439303" cy="4206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8BAC57-7F6E-4CC8-769D-CF36CDAC6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35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A94A3-BD75-D786-061A-28F629CE4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3A3B46-4864-D855-8932-D32943254E0B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4.4.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AA4B7-86FB-9EA8-9651-269F5A288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21" y="2091095"/>
            <a:ext cx="4559609" cy="4206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24166C-6906-777E-6734-09EE4AFF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998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5E6F3-0157-68F7-0592-14BE98F1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7884E6-A02D-BF29-3C48-A6580401C2A6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7.4.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24CB90-8FD9-2C01-8B86-F0A352FD0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5BDC52-F39F-983D-2F93-D2D2A751F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2971"/>
            <a:ext cx="4559609" cy="427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7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1878</TotalTime>
  <Words>1115</Words>
  <Application>Microsoft Office PowerPoint</Application>
  <PresentationFormat>Widescreen</PresentationFormat>
  <Paragraphs>90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Jiří Kutálek</dc:creator>
  <cp:lastModifiedBy>Jiří Kutálek</cp:lastModifiedBy>
  <cp:revision>172</cp:revision>
  <dcterms:created xsi:type="dcterms:W3CDTF">2025-03-17T23:08:41Z</dcterms:created>
  <dcterms:modified xsi:type="dcterms:W3CDTF">2025-04-07T17:36:43Z</dcterms:modified>
</cp:coreProperties>
</file>