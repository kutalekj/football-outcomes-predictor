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DDFF"/>
    <a:srgbClr val="F6F3FF"/>
    <a:srgbClr val="FFD1D1"/>
    <a:srgbClr val="FFEFEF"/>
    <a:srgbClr val="FFE7E7"/>
    <a:srgbClr val="F3EFFF"/>
    <a:srgbClr val="FFFF99"/>
    <a:srgbClr val="FFFF66"/>
    <a:srgbClr val="FFC1C1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85" d="100"/>
          <a:sy n="85" d="100"/>
        </p:scale>
        <p:origin x="76" y="5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1873</TotalTime>
  <Words>1095</Words>
  <Application>Microsoft Office PowerPoint</Application>
  <PresentationFormat>Widescreen</PresentationFormat>
  <Paragraphs>86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168</cp:revision>
  <dcterms:created xsi:type="dcterms:W3CDTF">2025-03-17T23:08:41Z</dcterms:created>
  <dcterms:modified xsi:type="dcterms:W3CDTF">2025-03-22T09:14:17Z</dcterms:modified>
</cp:coreProperties>
</file>