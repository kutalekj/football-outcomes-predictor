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C1"/>
    <a:srgbClr val="E5DDFF"/>
    <a:srgbClr val="F6F3FF"/>
    <a:srgbClr val="FFD1D1"/>
    <a:srgbClr val="FFEFEF"/>
    <a:srgbClr val="FFE7E7"/>
    <a:srgbClr val="F3EFFF"/>
    <a:srgbClr val="FFFF99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98" d="100"/>
          <a:sy n="98" d="100"/>
        </p:scale>
        <p:origin x="42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5E6F3-0157-68F7-0592-14BE98F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884E6-A02D-BF29-3C48-A6580401C2A6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7.4.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BDC52-F39F-983D-2F93-D2D2A751F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498" y="2091095"/>
            <a:ext cx="4486655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24CB90-8FD9-2C01-8B86-F0A352FD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7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047AA-6D24-64E9-214F-D9A7ECF64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123AF-1F1B-6BBC-C876-90ABD0416B2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01609-A158-8B4A-186F-C829211FE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D348E8D8-A5D0-2918-7AA7-C0F9BFCB2F3F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0FD0-57E9-ED93-9CCF-A945E0FD71CA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563493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4E601-8D75-320E-3668-A778703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C32066-3694-65C1-8021-55479C1866A9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17.4.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A4B44-7A70-A859-5111-511C6C50B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D9E18F-548B-DF2B-1E4E-86D11F776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77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609D3-F414-188B-08EA-335EC596D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442144-A01E-A127-43C6-067084C8229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9C892A-016F-7562-3DC1-461159ED9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F76F2CC4-6B02-2498-F3AD-32A3D9E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20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1882</TotalTime>
  <Words>1138</Words>
  <Application>Microsoft Office PowerPoint</Application>
  <PresentationFormat>Widescreen</PresentationFormat>
  <Paragraphs>94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176</cp:revision>
  <dcterms:created xsi:type="dcterms:W3CDTF">2025-03-17T23:08:41Z</dcterms:created>
  <dcterms:modified xsi:type="dcterms:W3CDTF">2025-04-20T21:23:32Z</dcterms:modified>
</cp:coreProperties>
</file>