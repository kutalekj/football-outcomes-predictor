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66"/>
    <a:srgbClr val="FFFF99"/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6236" autoAdjust="0"/>
  </p:normalViewPr>
  <p:slideViewPr>
    <p:cSldViewPr snapToGrid="0">
      <p:cViewPr varScale="1">
        <p:scale>
          <a:sx n="98" d="100"/>
          <a:sy n="98" d="100"/>
        </p:scale>
        <p:origin x="428" y="2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5002C-6DEE-3C57-9D98-588B1B2358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7613BA-45B3-D389-401E-95E958F503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4FD0D8-8A81-ED33-466C-19D0F91E4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3CB236-FDAC-9A2D-D1D5-0B1107DA0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502C72-D3F9-8A9C-02D4-6C1018486C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8074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940720-446A-D3BB-6CCC-A0FAC11F25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C80EBD-4F74-F624-DAE1-A0C3A2623D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74E080-8FB1-0E5A-4141-7DB28DCFEB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B8599F-947F-3E6E-47FD-A6EF89CE48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48CDD4-B0C6-69B5-509A-2BD7C1844C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9851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9F0E1-345C-B780-0767-E43880DBC6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00C581-03D3-535D-1C97-792E7F479A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59D21E-BCBD-C715-85F2-C27BDB245C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3F5377-E016-A15E-6E20-4BAF1A9DA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DE68BB-5F6F-C15D-3F47-5C0DB7D8B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8090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2EA2A-2B32-4921-5650-347264A15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1AE73B-7C6D-CCD6-969D-827F5BD26F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00D6A5-78EB-7CF7-EEA5-A1AE2CAE14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0FE492-7F27-5276-D7B1-240F968C2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FB775C-309D-85DE-46FF-C32FBD0DD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18367-1B14-16A2-5537-0C9F85A3A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0409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8D02D8-5524-0805-03AA-5A074508D4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E3462C-1F5E-10CE-9748-380ED9BDB0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45F6B6-6F0D-5142-3CC6-9CFB26D9AE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B55675-4F1A-7290-F7AD-0F5AB4EE8A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88933A6-4360-DE91-EF68-FC5F50E8E6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627CBE-86C9-EF68-46B1-7CC2A713E2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5B12B65-5E9A-EA53-4812-7C6177A96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752AC1-A635-D37D-EE10-4FBA44AE9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3814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8E178-1ED5-C1D7-85F2-ECF08D1B9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28892-A3DE-3B5F-735A-4AE87049B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DED72A-D3E3-01EE-D54D-1F9FE41D3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D55D3D-E78F-32DA-F9CF-8621FB45B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4742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C353F63-F4D3-E5B6-E45C-06C70EE94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ED8E44D-E029-8D8A-E5CA-B78CF3053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628C6C-C994-75EB-4E4F-1618EA447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88597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BDB6A-737E-ED9B-F2D6-0B595AC163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92454B-F790-7699-F435-D51345AF20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D536C5-E226-2C7E-D83A-FE2E12FC77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0BA90E-39DA-9272-707A-6BEADB9829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B140F3-F831-1E92-BA25-1B9EC47CBA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C15A43-A79C-6A13-246C-4C9FAAAC4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515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7D5CD-A31A-D1B6-E6B1-B24E5E3D7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9A17DD-EDB0-087F-A7B9-6E1A6472B3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D59523-0975-FC90-2FD3-8DA22831D8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C2CF9E-0C99-FD3F-CC4D-C22252B95E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DD4DED-DEDC-4F30-F1BC-01D6E9469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173C17-3DF9-012E-230C-32B6F63DD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6569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97BF9-C905-E75E-BA47-C69FF4903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B97F82-4B3C-A759-0ABD-2A2B12482F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AD9585-3902-E615-7AE4-88AAF8B94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5EFE65-E3B1-B3B2-82C7-81A71F0EF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A50F9D-9740-1934-A8AA-6CE415B4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65042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C300519-BE90-8769-DC8B-9073FAB1D3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EBCAA1-DC8C-4B9C-77F6-5C27469035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AE85D7-70DC-F75B-E312-B6FC8C356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1AD506-B933-CA2D-8806-ECC3A75F8F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B321E8-BE4E-5704-E0B9-20779BAF4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1588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1ADB0DA-C1CC-2D96-48F4-DBF5BE785B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B37A1F-9393-8253-B16B-C3286939CC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BB6F99-6730-AECC-B5E5-CE7D94440C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A5827A-E8D2-41AD-8108-A7BEB5168C5C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E20681-6C2A-B9D4-49DF-8590D160E4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D86B1E-01AE-BBB7-E9D6-26A3679183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38742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53.png"/><Relationship Id="rId3" Type="http://schemas.openxmlformats.org/officeDocument/2006/relationships/image" Target="../media/image43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5" Type="http://schemas.openxmlformats.org/officeDocument/2006/relationships/image" Target="../media/image45.png"/><Relationship Id="rId10" Type="http://schemas.openxmlformats.org/officeDocument/2006/relationships/image" Target="../media/image50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12" Type="http://schemas.openxmlformats.org/officeDocument/2006/relationships/image" Target="../media/image64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8.png"/><Relationship Id="rId11" Type="http://schemas.openxmlformats.org/officeDocument/2006/relationships/image" Target="../media/image63.png"/><Relationship Id="rId5" Type="http://schemas.openxmlformats.org/officeDocument/2006/relationships/image" Target="../media/image57.png"/><Relationship Id="rId10" Type="http://schemas.openxmlformats.org/officeDocument/2006/relationships/image" Target="../media/image62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ack background with numbers and letters&#10;&#10;AI-generated content may be incorrect.">
            <a:extLst>
              <a:ext uri="{FF2B5EF4-FFF2-40B4-BE49-F238E27FC236}">
                <a16:creationId xmlns:a16="http://schemas.microsoft.com/office/drawing/2014/main" id="{5E17649B-1704-5B26-FE91-648A9B9B52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2" y="1285910"/>
            <a:ext cx="5426764" cy="97681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8D0B061-0344-A98A-B5E2-C60E497089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1" y="4780739"/>
            <a:ext cx="5426764" cy="461274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799448F2-0E5B-42DA-B2D1-11A14E947B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8A7552-20E1-4F34-ADAB-C1DB6634D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1B6308F3-0512-B364-5E17-546822FEFD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8034" y="2196725"/>
            <a:ext cx="5426764" cy="2319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39492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7885154-9978-EDF8-BAFB-5AAF7D901C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2303" y="718868"/>
            <a:ext cx="3028425" cy="191014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7001910-E33C-CCB6-6738-8C887120F6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2304" y="2730527"/>
            <a:ext cx="3028425" cy="198156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3FFCF67-0ACC-538D-FDDE-6F3DE6296A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2305" y="4813604"/>
            <a:ext cx="3028425" cy="194241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4EE05F3-D29C-F7FD-44F5-0F08D8A94B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5230" y="718868"/>
            <a:ext cx="2901716" cy="191014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A134045-7CFB-1975-2F1C-CE383C08FF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15231" y="2735704"/>
            <a:ext cx="3011336" cy="197638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A442F2C-9D5A-554E-01D9-C58E11EAC4E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5230" y="4823240"/>
            <a:ext cx="3028425" cy="193277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1695B5F-5479-C200-02DB-90E23F66EA8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07386" y="718869"/>
            <a:ext cx="3028425" cy="192437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2D8692E8-CBA6-083F-08C7-1DA8389E6F7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07179" y="2730527"/>
            <a:ext cx="3028425" cy="1977236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B20FD73-A25F-FB42-26DA-C3D49CD4E8A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32657" y="4830739"/>
            <a:ext cx="3002947" cy="1925277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CC24043C-023D-B568-CBA0-06FE9EEAF38A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DR=1, LR=1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EC19CAF-8539-7D62-E0A3-E28A1F4F680C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DR=1, LR=2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98C8F76-E42F-E3C6-6119-AF21376CF868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DR=1, LR=3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3BDF0B9-2280-A2C7-57DB-5776C38AA185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DR=1, LR=4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CA8A07C-3453-7BFE-2987-1544F61887E2}"/>
              </a:ext>
            </a:extLst>
          </p:cNvPr>
          <p:cNvCxnSpPr>
            <a:cxnSpLocks/>
          </p:cNvCxnSpPr>
          <p:nvPr/>
        </p:nvCxnSpPr>
        <p:spPr>
          <a:xfrm>
            <a:off x="3323234" y="149087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491FC9-9667-D9EB-DBC9-E7DD45FD36BE}"/>
              </a:ext>
            </a:extLst>
          </p:cNvPr>
          <p:cNvCxnSpPr>
            <a:cxnSpLocks/>
          </p:cNvCxnSpPr>
          <p:nvPr/>
        </p:nvCxnSpPr>
        <p:spPr>
          <a:xfrm>
            <a:off x="6376093" y="150346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2CF32B2-C45A-C17D-28DC-68172A6812AF}"/>
              </a:ext>
            </a:extLst>
          </p:cNvPr>
          <p:cNvCxnSpPr>
            <a:cxnSpLocks/>
          </p:cNvCxnSpPr>
          <p:nvPr/>
        </p:nvCxnSpPr>
        <p:spPr>
          <a:xfrm>
            <a:off x="9543362" y="1583635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5A39EF1-2C94-1B68-670D-B1355E351EAB}"/>
              </a:ext>
            </a:extLst>
          </p:cNvPr>
          <p:cNvCxnSpPr>
            <a:cxnSpLocks/>
          </p:cNvCxnSpPr>
          <p:nvPr/>
        </p:nvCxnSpPr>
        <p:spPr>
          <a:xfrm>
            <a:off x="3323234" y="352507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82ECB78-9802-76B2-080A-E25FAC1A6DC9}"/>
              </a:ext>
            </a:extLst>
          </p:cNvPr>
          <p:cNvCxnSpPr>
            <a:cxnSpLocks/>
          </p:cNvCxnSpPr>
          <p:nvPr/>
        </p:nvCxnSpPr>
        <p:spPr>
          <a:xfrm>
            <a:off x="6376093" y="361784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764D87F-D81F-7FAB-D4FC-41BE43262283}"/>
              </a:ext>
            </a:extLst>
          </p:cNvPr>
          <p:cNvCxnSpPr>
            <a:cxnSpLocks/>
          </p:cNvCxnSpPr>
          <p:nvPr/>
        </p:nvCxnSpPr>
        <p:spPr>
          <a:xfrm>
            <a:off x="9477101" y="361784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4F8AC00-30EA-1DFD-E703-E16FD8AB2CB8}"/>
              </a:ext>
            </a:extLst>
          </p:cNvPr>
          <p:cNvCxnSpPr>
            <a:cxnSpLocks/>
          </p:cNvCxnSpPr>
          <p:nvPr/>
        </p:nvCxnSpPr>
        <p:spPr>
          <a:xfrm>
            <a:off x="3323234" y="560567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03F7FC5-DF42-CAD8-6241-F0BBD2BE3D7D}"/>
              </a:ext>
            </a:extLst>
          </p:cNvPr>
          <p:cNvCxnSpPr>
            <a:cxnSpLocks/>
          </p:cNvCxnSpPr>
          <p:nvPr/>
        </p:nvCxnSpPr>
        <p:spPr>
          <a:xfrm>
            <a:off x="6430868" y="571831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AA3D894-737E-A758-C5F5-8077F420677E}"/>
              </a:ext>
            </a:extLst>
          </p:cNvPr>
          <p:cNvCxnSpPr>
            <a:cxnSpLocks/>
          </p:cNvCxnSpPr>
          <p:nvPr/>
        </p:nvCxnSpPr>
        <p:spPr>
          <a:xfrm>
            <a:off x="9594751" y="573819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22431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582C47-2C1D-3741-F490-4E3321424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D649D73-B311-1757-864F-3764FB5D92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1186" y="628234"/>
            <a:ext cx="2918803" cy="192773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CAF3A4E-7719-4F47-1B06-31E183A984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1186" y="2671533"/>
            <a:ext cx="2918803" cy="192361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584D131-8EC6-3275-0721-151F417151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9882" y="620778"/>
            <a:ext cx="3080629" cy="192617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D7EBB12-C44E-E4F7-BC65-6B092F0DBC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9883" y="2668975"/>
            <a:ext cx="2898266" cy="192617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C320373-8F0A-94D5-9170-494A62D862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60404" y="617352"/>
            <a:ext cx="2971962" cy="1929603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46AB7464-264C-0871-F6CF-242AD0BAB6D7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DR=2, LR=1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271D89E-268C-D5CC-13E5-3BB357630C0C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DR=2, LR=2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4CD9BFF-6EBA-11AD-6497-B5A747D612FC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DR=2, LR=3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145A3A1-790E-6C44-EB55-CA272A0460E1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DR=2, LR=4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CF111BEC-3BFC-02F6-72F4-86F005E0A8BB}"/>
              </a:ext>
            </a:extLst>
          </p:cNvPr>
          <p:cNvCxnSpPr>
            <a:cxnSpLocks/>
          </p:cNvCxnSpPr>
          <p:nvPr/>
        </p:nvCxnSpPr>
        <p:spPr>
          <a:xfrm>
            <a:off x="3323234" y="1417985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A46149D-F9F9-04D6-31C3-D123940E9E34}"/>
              </a:ext>
            </a:extLst>
          </p:cNvPr>
          <p:cNvCxnSpPr>
            <a:cxnSpLocks/>
          </p:cNvCxnSpPr>
          <p:nvPr/>
        </p:nvCxnSpPr>
        <p:spPr>
          <a:xfrm>
            <a:off x="6430869" y="1417985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2A9091F-C17B-33AA-6959-9AB2729ABE24}"/>
              </a:ext>
            </a:extLst>
          </p:cNvPr>
          <p:cNvCxnSpPr>
            <a:cxnSpLocks/>
          </p:cNvCxnSpPr>
          <p:nvPr/>
        </p:nvCxnSpPr>
        <p:spPr>
          <a:xfrm>
            <a:off x="9527092" y="138411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856F89-F097-9E90-F507-E2C38A84C890}"/>
              </a:ext>
            </a:extLst>
          </p:cNvPr>
          <p:cNvCxnSpPr>
            <a:cxnSpLocks/>
          </p:cNvCxnSpPr>
          <p:nvPr/>
        </p:nvCxnSpPr>
        <p:spPr>
          <a:xfrm>
            <a:off x="3323234" y="348004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B3A7170-5F5B-D75C-4C46-6CE191996663}"/>
              </a:ext>
            </a:extLst>
          </p:cNvPr>
          <p:cNvCxnSpPr>
            <a:cxnSpLocks/>
          </p:cNvCxnSpPr>
          <p:nvPr/>
        </p:nvCxnSpPr>
        <p:spPr>
          <a:xfrm>
            <a:off x="6357296" y="354608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08075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F150CF-BC2A-C6C4-81B7-565FE4177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81767F65-6481-1968-C0BC-65E59B3484FE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730A65E-CBEC-39D2-FF09-F237775501D8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08B57DE-67FF-E002-9576-02ACD8FD1D3A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DR=1, LR=3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EE18BA6-31C4-A405-FC85-EC2AC21DF4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21" y="718305"/>
            <a:ext cx="2918803" cy="192948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99F12CF-9C64-4713-9717-4B19241CDC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921" y="2723828"/>
            <a:ext cx="2918803" cy="192154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A98C2A9-C33C-D4B4-15F2-C2A665E3C8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922" y="4849601"/>
            <a:ext cx="2916526" cy="185271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80CFDA2-0BB3-E62B-F117-DC2FD40379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1511" y="713245"/>
            <a:ext cx="2918804" cy="190751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4A6F259-D08D-D331-2778-9042F90D7A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01511" y="4849601"/>
            <a:ext cx="2916526" cy="185271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ED0F7EF-278C-7310-1F19-808D0672C8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83102" y="713245"/>
            <a:ext cx="2918803" cy="192762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EA850FC-2B6B-DF29-7568-91ECAC7EF8E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83102" y="2723828"/>
            <a:ext cx="2916526" cy="1902082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627CF48-68C2-ABEE-88C6-7EF77FF9A5DE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DR=1, LR=4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4AD4BF52-F818-F67D-AC73-F20B17C0703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83102" y="4823170"/>
            <a:ext cx="2916526" cy="1879143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E962B443-E802-EF7E-14FC-D5A9061799D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32285" y="713245"/>
            <a:ext cx="2879384" cy="1907517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5B17A73D-35BE-33F1-1D74-9B342FD8F62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32285" y="2723828"/>
            <a:ext cx="2877049" cy="1902082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FA0D61E0-AD75-0DD2-CDA0-DD7D98E2D41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37090" y="4823170"/>
            <a:ext cx="2879384" cy="1817611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9EECBCB-5E68-19B1-8300-2C860F1A4D19}"/>
              </a:ext>
            </a:extLst>
          </p:cNvPr>
          <p:cNvCxnSpPr>
            <a:cxnSpLocks/>
          </p:cNvCxnSpPr>
          <p:nvPr/>
        </p:nvCxnSpPr>
        <p:spPr>
          <a:xfrm>
            <a:off x="453034" y="15039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E0716BA-F605-18F0-7B3F-A71F1AE9A91E}"/>
              </a:ext>
            </a:extLst>
          </p:cNvPr>
          <p:cNvCxnSpPr>
            <a:cxnSpLocks/>
          </p:cNvCxnSpPr>
          <p:nvPr/>
        </p:nvCxnSpPr>
        <p:spPr>
          <a:xfrm>
            <a:off x="3477184" y="15801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CAC4373-45ED-5818-1EA2-8A66066F7B8F}"/>
              </a:ext>
            </a:extLst>
          </p:cNvPr>
          <p:cNvCxnSpPr>
            <a:cxnSpLocks/>
          </p:cNvCxnSpPr>
          <p:nvPr/>
        </p:nvCxnSpPr>
        <p:spPr>
          <a:xfrm>
            <a:off x="6416810" y="158483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7B754AA-0BCF-4989-B450-7B968DBC1BD3}"/>
              </a:ext>
            </a:extLst>
          </p:cNvPr>
          <p:cNvCxnSpPr>
            <a:cxnSpLocks/>
          </p:cNvCxnSpPr>
          <p:nvPr/>
        </p:nvCxnSpPr>
        <p:spPr>
          <a:xfrm>
            <a:off x="9468481" y="15801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5F64B66-AD43-86E2-E681-102F1BC496D1}"/>
              </a:ext>
            </a:extLst>
          </p:cNvPr>
          <p:cNvCxnSpPr>
            <a:cxnSpLocks/>
          </p:cNvCxnSpPr>
          <p:nvPr/>
        </p:nvCxnSpPr>
        <p:spPr>
          <a:xfrm>
            <a:off x="453034" y="349020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524F8CC-2AC0-9DEC-6982-B36B3340D15C}"/>
              </a:ext>
            </a:extLst>
          </p:cNvPr>
          <p:cNvCxnSpPr>
            <a:cxnSpLocks/>
          </p:cNvCxnSpPr>
          <p:nvPr/>
        </p:nvCxnSpPr>
        <p:spPr>
          <a:xfrm>
            <a:off x="495595" y="559111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495DBA-B685-7F12-875D-FC85CA9F1CCF}"/>
              </a:ext>
            </a:extLst>
          </p:cNvPr>
          <p:cNvCxnSpPr>
            <a:cxnSpLocks/>
          </p:cNvCxnSpPr>
          <p:nvPr/>
        </p:nvCxnSpPr>
        <p:spPr>
          <a:xfrm>
            <a:off x="3477184" y="568763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87866CA-FB52-F3CC-9FDE-F374105FCE05}"/>
              </a:ext>
            </a:extLst>
          </p:cNvPr>
          <p:cNvCxnSpPr>
            <a:cxnSpLocks/>
          </p:cNvCxnSpPr>
          <p:nvPr/>
        </p:nvCxnSpPr>
        <p:spPr>
          <a:xfrm>
            <a:off x="6504864" y="567042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9DEE2CB-0287-DEE7-0CFB-853FFCB7C254}"/>
              </a:ext>
            </a:extLst>
          </p:cNvPr>
          <p:cNvCxnSpPr>
            <a:cxnSpLocks/>
          </p:cNvCxnSpPr>
          <p:nvPr/>
        </p:nvCxnSpPr>
        <p:spPr>
          <a:xfrm>
            <a:off x="9475621" y="568763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6251A50-994F-1C77-AEA6-0DEC45F1C924}"/>
              </a:ext>
            </a:extLst>
          </p:cNvPr>
          <p:cNvCxnSpPr>
            <a:cxnSpLocks/>
          </p:cNvCxnSpPr>
          <p:nvPr/>
        </p:nvCxnSpPr>
        <p:spPr>
          <a:xfrm>
            <a:off x="9468481" y="360483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E543D93-5DDE-A8F2-B1A4-01929F23FFF8}"/>
              </a:ext>
            </a:extLst>
          </p:cNvPr>
          <p:cNvCxnSpPr>
            <a:cxnSpLocks/>
          </p:cNvCxnSpPr>
          <p:nvPr/>
        </p:nvCxnSpPr>
        <p:spPr>
          <a:xfrm>
            <a:off x="6458775" y="357519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29666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E84C5F-65AC-8F3F-AB5C-4AEADCD00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6A6FFD88-1A14-167E-E0B5-E760560B72B9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DR=2,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C18578-F2F6-439A-3D3B-BECA789D977D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DR=2,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FD1688B-078C-BDFD-5CA9-4DD50DE0BE45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DR=2,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0BF701D-387B-DDCD-C8BD-79B90919EBA5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DR=2, LR=4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8895236-043B-E65E-167B-E10BE9D49F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21" y="713245"/>
            <a:ext cx="2864895" cy="18527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D630AED-C31F-6B84-9B01-34C90A2D3B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5197" y="721701"/>
            <a:ext cx="2831834" cy="185271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51980AC-2199-9404-AFA8-CE177B6C3E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5197" y="2723828"/>
            <a:ext cx="2916931" cy="190208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6B34431-BAA7-B455-15E2-596B3D72CC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5197" y="4800231"/>
            <a:ext cx="2906619" cy="190208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DD1E05E-9080-5774-34B5-F4A72BE842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7412" y="713245"/>
            <a:ext cx="2916526" cy="184833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F4C5C1D-8FAE-7BF9-7261-EAF29A590C8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77412" y="2716655"/>
            <a:ext cx="2916526" cy="189180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F9CBE5E1-28BD-1398-95D2-31326D67CB7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0" y="4805971"/>
            <a:ext cx="2916526" cy="189634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4DDA0CA8-6A69-3B99-1962-24874F00097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86710" y="2705625"/>
            <a:ext cx="2916527" cy="1914159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7F7D3A68-AF92-42CE-F4CE-217192580A90}"/>
              </a:ext>
            </a:extLst>
          </p:cNvPr>
          <p:cNvCxnSpPr>
            <a:cxnSpLocks/>
          </p:cNvCxnSpPr>
          <p:nvPr/>
        </p:nvCxnSpPr>
        <p:spPr>
          <a:xfrm>
            <a:off x="481308" y="147546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E35F072-BCC7-C5E6-1DBC-8ACA3E8B2DC2}"/>
              </a:ext>
            </a:extLst>
          </p:cNvPr>
          <p:cNvCxnSpPr>
            <a:cxnSpLocks/>
          </p:cNvCxnSpPr>
          <p:nvPr/>
        </p:nvCxnSpPr>
        <p:spPr>
          <a:xfrm>
            <a:off x="3480963" y="156436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C19CE48-F186-DA07-E766-B09182125B39}"/>
              </a:ext>
            </a:extLst>
          </p:cNvPr>
          <p:cNvCxnSpPr>
            <a:cxnSpLocks/>
          </p:cNvCxnSpPr>
          <p:nvPr/>
        </p:nvCxnSpPr>
        <p:spPr>
          <a:xfrm>
            <a:off x="6471673" y="156436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053C939-2B5C-AB1C-6F30-E5A956917910}"/>
              </a:ext>
            </a:extLst>
          </p:cNvPr>
          <p:cNvCxnSpPr>
            <a:cxnSpLocks/>
          </p:cNvCxnSpPr>
          <p:nvPr/>
        </p:nvCxnSpPr>
        <p:spPr>
          <a:xfrm>
            <a:off x="6412406" y="357896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9A80F34-B643-A0CB-D993-79F84A6893BB}"/>
              </a:ext>
            </a:extLst>
          </p:cNvPr>
          <p:cNvCxnSpPr>
            <a:cxnSpLocks/>
          </p:cNvCxnSpPr>
          <p:nvPr/>
        </p:nvCxnSpPr>
        <p:spPr>
          <a:xfrm>
            <a:off x="3449073" y="352392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CC19F59-3A45-5DD6-AC71-2288E8A31329}"/>
              </a:ext>
            </a:extLst>
          </p:cNvPr>
          <p:cNvCxnSpPr>
            <a:cxnSpLocks/>
          </p:cNvCxnSpPr>
          <p:nvPr/>
        </p:nvCxnSpPr>
        <p:spPr>
          <a:xfrm>
            <a:off x="9462384" y="3589222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F4E1B65-9261-8800-7059-EFACC8E28172}"/>
              </a:ext>
            </a:extLst>
          </p:cNvPr>
          <p:cNvCxnSpPr>
            <a:cxnSpLocks/>
          </p:cNvCxnSpPr>
          <p:nvPr/>
        </p:nvCxnSpPr>
        <p:spPr>
          <a:xfrm>
            <a:off x="6453085" y="56847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032F312-E2A4-7C5B-474F-1D12D731208C}"/>
              </a:ext>
            </a:extLst>
          </p:cNvPr>
          <p:cNvCxnSpPr>
            <a:cxnSpLocks/>
          </p:cNvCxnSpPr>
          <p:nvPr/>
        </p:nvCxnSpPr>
        <p:spPr>
          <a:xfrm>
            <a:off x="3480963" y="560428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12161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60000"/>
            <a:lumOff val="4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1A54AE-CEEE-22E2-C00D-9A8B5E236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DF8ABD26-8395-9909-0D44-2C831F555C4E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DR=3,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FC8AE1-C099-06FC-916D-5019CAC0466E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DR=3,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37C6E74-66AD-7303-D73D-0D45F80AF650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DR=3,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E0A2B06-4752-DC7F-789F-05C9141774C7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DR=3, LR=4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844272D-37DB-9025-ECB8-8E677618E7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197" y="713245"/>
            <a:ext cx="2868160" cy="188428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A21EEB5-5672-9387-6326-EAC9AF32CA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5197" y="2716655"/>
            <a:ext cx="2858187" cy="18578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50F9AFC-6E46-31D7-79E5-07BB28542E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7412" y="713245"/>
            <a:ext cx="2935114" cy="18842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FFD9AE7-2C02-27AC-A98A-49327C6CC1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77413" y="2693409"/>
            <a:ext cx="2858188" cy="186790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938270D-2A79-C4AA-7C76-013B49F282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7412" y="4658648"/>
            <a:ext cx="2935114" cy="1903858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9E163B8-E7F8-417D-F9A8-E69DFCD24B75}"/>
              </a:ext>
            </a:extLst>
          </p:cNvPr>
          <p:cNvCxnSpPr>
            <a:cxnSpLocks/>
          </p:cNvCxnSpPr>
          <p:nvPr/>
        </p:nvCxnSpPr>
        <p:spPr>
          <a:xfrm>
            <a:off x="6394748" y="54434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355528E-6D69-2FE4-CF6A-4026A5234C7B}"/>
              </a:ext>
            </a:extLst>
          </p:cNvPr>
          <p:cNvCxnSpPr>
            <a:cxnSpLocks/>
          </p:cNvCxnSpPr>
          <p:nvPr/>
        </p:nvCxnSpPr>
        <p:spPr>
          <a:xfrm>
            <a:off x="6394748" y="343571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977F086-533E-8A1E-8544-CB64E61C8A8B}"/>
              </a:ext>
            </a:extLst>
          </p:cNvPr>
          <p:cNvCxnSpPr>
            <a:cxnSpLocks/>
          </p:cNvCxnSpPr>
          <p:nvPr/>
        </p:nvCxnSpPr>
        <p:spPr>
          <a:xfrm>
            <a:off x="3432531" y="346534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91936B7-B1F7-F9A1-D08D-304F36252003}"/>
              </a:ext>
            </a:extLst>
          </p:cNvPr>
          <p:cNvCxnSpPr>
            <a:cxnSpLocks/>
          </p:cNvCxnSpPr>
          <p:nvPr/>
        </p:nvCxnSpPr>
        <p:spPr>
          <a:xfrm>
            <a:off x="3432531" y="147567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55F645A-CBA5-113E-A9B2-EA7D97E2F46E}"/>
              </a:ext>
            </a:extLst>
          </p:cNvPr>
          <p:cNvCxnSpPr>
            <a:cxnSpLocks/>
          </p:cNvCxnSpPr>
          <p:nvPr/>
        </p:nvCxnSpPr>
        <p:spPr>
          <a:xfrm>
            <a:off x="6433964" y="147567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95332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CA0F70-8EBE-28D2-6DAF-25374591A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AFDB2846-D814-A307-C2E2-5D58D20BD811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DR=1,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8FA5B25-98AE-0CA4-0EDD-2A8C7C67B85E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DR=1,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529187C-4029-AE3F-B524-FFCAEC800173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DR=1,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435BDBA-C184-31CA-0E9C-2CA7410C48CB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DR=1, LR=4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57055A-C982-E776-8C48-B04F822363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13" y="713245"/>
            <a:ext cx="2935115" cy="191025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3A2D9F4-1040-B4A3-1209-8763C2B319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13" y="2693409"/>
            <a:ext cx="2935115" cy="192826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EF438FA-F692-507D-0F34-6FAD6C8BAE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13" y="4691589"/>
            <a:ext cx="2889339" cy="192826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0FFBA94-4DDD-4983-9410-585CFDC59E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77519" y="718214"/>
            <a:ext cx="2960101" cy="1900312"/>
          </a:xfrm>
          <a:prstGeom prst="rect">
            <a:avLst/>
          </a:prstGeom>
          <a:effectLst>
            <a:glow rad="101600">
              <a:srgbClr val="FFFF66">
                <a:alpha val="80000"/>
              </a:srgbClr>
            </a:glo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B92F136-57B1-DF54-870E-E0D568C391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77519" y="2693410"/>
            <a:ext cx="2960101" cy="1926220"/>
          </a:xfrm>
          <a:prstGeom prst="rect">
            <a:avLst/>
          </a:prstGeom>
          <a:effectLst>
            <a:glow rad="101600">
              <a:srgbClr val="FFFF66">
                <a:alpha val="80000"/>
              </a:srgbClr>
            </a:glo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02F0FA1-F789-2548-2E65-0A415C76757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77520" y="4691588"/>
            <a:ext cx="2926068" cy="1928267"/>
          </a:xfrm>
          <a:prstGeom prst="rect">
            <a:avLst/>
          </a:prstGeom>
          <a:effectLst>
            <a:glow rad="101600">
              <a:srgbClr val="FFFF66">
                <a:alpha val="80000"/>
              </a:srgbClr>
            </a:glow>
          </a:effec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478BA86-C20E-C078-AA6B-874DFDBC6E3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1" y="708481"/>
            <a:ext cx="2916526" cy="189000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D1890D9B-1A7D-0026-90FE-25EA1ECC32C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0" y="2696373"/>
            <a:ext cx="2916526" cy="1907894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DBD5615D-284A-D534-DEE5-41B076A5912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6000" y="4691587"/>
            <a:ext cx="2895405" cy="192826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53457E1A-0DDB-0295-AA31-DC89633419B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70906" y="708482"/>
            <a:ext cx="2856051" cy="1874096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7069767-0986-A8F1-FBAB-B0D507F077E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70906" y="2693410"/>
            <a:ext cx="2930183" cy="187409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690ED341-603A-06E1-06B7-61438E9E815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083817" y="4678338"/>
            <a:ext cx="2946165" cy="1869333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DE4B96C-01BF-053C-B428-2DDA9CE2FA5B}"/>
              </a:ext>
            </a:extLst>
          </p:cNvPr>
          <p:cNvCxnSpPr>
            <a:cxnSpLocks/>
          </p:cNvCxnSpPr>
          <p:nvPr/>
        </p:nvCxnSpPr>
        <p:spPr>
          <a:xfrm>
            <a:off x="451099" y="158997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034B14D-FDD1-9D2A-97A4-43A54A19730F}"/>
              </a:ext>
            </a:extLst>
          </p:cNvPr>
          <p:cNvCxnSpPr>
            <a:cxnSpLocks/>
          </p:cNvCxnSpPr>
          <p:nvPr/>
        </p:nvCxnSpPr>
        <p:spPr>
          <a:xfrm>
            <a:off x="3462735" y="157975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FD61537-95D4-4B80-18B1-9AF7C866374F}"/>
              </a:ext>
            </a:extLst>
          </p:cNvPr>
          <p:cNvCxnSpPr>
            <a:cxnSpLocks/>
          </p:cNvCxnSpPr>
          <p:nvPr/>
        </p:nvCxnSpPr>
        <p:spPr>
          <a:xfrm>
            <a:off x="6413368" y="1545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3D965F-86DE-3ECA-5220-F54F715E2C92}"/>
              </a:ext>
            </a:extLst>
          </p:cNvPr>
          <p:cNvCxnSpPr>
            <a:cxnSpLocks/>
          </p:cNvCxnSpPr>
          <p:nvPr/>
        </p:nvCxnSpPr>
        <p:spPr>
          <a:xfrm>
            <a:off x="9386104" y="1545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6A3CD8B-A5BC-501A-2CD8-E395FDDE9F24}"/>
              </a:ext>
            </a:extLst>
          </p:cNvPr>
          <p:cNvCxnSpPr>
            <a:cxnSpLocks/>
          </p:cNvCxnSpPr>
          <p:nvPr/>
        </p:nvCxnSpPr>
        <p:spPr>
          <a:xfrm>
            <a:off x="396453" y="356694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2914790-4ADF-2DEF-E127-807826905FD8}"/>
              </a:ext>
            </a:extLst>
          </p:cNvPr>
          <p:cNvCxnSpPr>
            <a:cxnSpLocks/>
          </p:cNvCxnSpPr>
          <p:nvPr/>
        </p:nvCxnSpPr>
        <p:spPr>
          <a:xfrm>
            <a:off x="3402120" y="356518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5E98F5B1-04B6-353F-3D73-506F664D8845}"/>
              </a:ext>
            </a:extLst>
          </p:cNvPr>
          <p:cNvCxnSpPr>
            <a:cxnSpLocks/>
          </p:cNvCxnSpPr>
          <p:nvPr/>
        </p:nvCxnSpPr>
        <p:spPr>
          <a:xfrm>
            <a:off x="6413368" y="361175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D7500B4F-1032-C995-0B2B-E1C44A2B4D44}"/>
              </a:ext>
            </a:extLst>
          </p:cNvPr>
          <p:cNvCxnSpPr>
            <a:cxnSpLocks/>
          </p:cNvCxnSpPr>
          <p:nvPr/>
        </p:nvCxnSpPr>
        <p:spPr>
          <a:xfrm>
            <a:off x="9386104" y="346111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503CC55-93E8-6F4E-A8BB-3DAD049424C7}"/>
              </a:ext>
            </a:extLst>
          </p:cNvPr>
          <p:cNvCxnSpPr>
            <a:cxnSpLocks/>
          </p:cNvCxnSpPr>
          <p:nvPr/>
        </p:nvCxnSpPr>
        <p:spPr>
          <a:xfrm>
            <a:off x="9386104" y="55125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FDC2E3DA-EDFB-C983-D643-1042E6D8AB41}"/>
              </a:ext>
            </a:extLst>
          </p:cNvPr>
          <p:cNvCxnSpPr>
            <a:cxnSpLocks/>
          </p:cNvCxnSpPr>
          <p:nvPr/>
        </p:nvCxnSpPr>
        <p:spPr>
          <a:xfrm>
            <a:off x="6376204" y="55760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9F923260-02DC-5F59-8603-4DB71DA25A66}"/>
              </a:ext>
            </a:extLst>
          </p:cNvPr>
          <p:cNvCxnSpPr>
            <a:cxnSpLocks/>
          </p:cNvCxnSpPr>
          <p:nvPr/>
        </p:nvCxnSpPr>
        <p:spPr>
          <a:xfrm>
            <a:off x="3402120" y="5482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E794819F-23F1-BE2C-1A06-02FBB581E821}"/>
              </a:ext>
            </a:extLst>
          </p:cNvPr>
          <p:cNvCxnSpPr>
            <a:cxnSpLocks/>
          </p:cNvCxnSpPr>
          <p:nvPr/>
        </p:nvCxnSpPr>
        <p:spPr>
          <a:xfrm>
            <a:off x="396453" y="5482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98640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00C702-8772-3835-B6DF-6A9CE509E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116F418D-C3FE-72F0-AC95-B7ACEA283AAB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DR=2,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707A409-5FDA-1BF7-9486-19048A37F5D8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DR=2,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C87D4A8-5E4F-14C3-8E99-C6ADC7129662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DR=2,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6A1E8AD-54E1-E5CE-366F-D478A3B0D92B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DR=2, LR=4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D720B4D-60E8-FE0A-E8FA-DE05DB6EBC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98" y="713245"/>
            <a:ext cx="2891496" cy="18836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80ECF4C-0A9F-6555-4F75-E2071E6DB2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97" y="2693409"/>
            <a:ext cx="2888819" cy="190385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2254E7B-4C56-80C6-4C3F-A98355B41F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797" y="4693760"/>
            <a:ext cx="2916420" cy="190385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5995E09-3885-CDB4-91EC-F23F5B0C65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8493" y="713244"/>
            <a:ext cx="2934180" cy="1883671"/>
          </a:xfrm>
          <a:prstGeom prst="rect">
            <a:avLst/>
          </a:prstGeom>
          <a:effectLst>
            <a:glow rad="127000">
              <a:srgbClr val="FFFF66">
                <a:alpha val="50000"/>
              </a:srgbClr>
            </a:glo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B21F5B5-CCC6-D7B5-DCC1-CD09991D97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18493" y="2692527"/>
            <a:ext cx="2888819" cy="1889312"/>
          </a:xfrm>
          <a:prstGeom prst="rect">
            <a:avLst/>
          </a:prstGeom>
          <a:effectLst>
            <a:glow rad="127000">
              <a:srgbClr val="FFFF66">
                <a:alpha val="50000"/>
              </a:srgbClr>
            </a:glow>
          </a:effec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283FA12-4C7A-4B43-A38A-A27FD68F9D5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18493" y="4708306"/>
            <a:ext cx="2894137" cy="1889312"/>
          </a:xfrm>
          <a:prstGeom prst="rect">
            <a:avLst/>
          </a:prstGeom>
          <a:effectLst>
            <a:glow rad="127000">
              <a:srgbClr val="FFFF66">
                <a:alpha val="50000"/>
              </a:srgbClr>
            </a:glow>
          </a:effectLst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FA4E66A9-78FC-F098-4222-ABCB107A1F7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84690" y="713244"/>
            <a:ext cx="2858188" cy="186170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59241B3-21AB-2145-A8F5-55D0D8A2888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86267" y="2701055"/>
            <a:ext cx="2856611" cy="1888571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AA87E6C2-558A-E8ED-69F0-E4957351F27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79372" y="4693760"/>
            <a:ext cx="2856611" cy="1896505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61BA8071-BDEB-4D17-8B8D-D689B752262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74895" y="713244"/>
            <a:ext cx="2851841" cy="1861701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6F308BAB-9335-DDF9-4BFE-093F8BA4D12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72785" y="4693761"/>
            <a:ext cx="2819865" cy="1903858"/>
          </a:xfrm>
          <a:prstGeom prst="rect">
            <a:avLst/>
          </a:prstGeom>
        </p:spPr>
      </p:pic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FBB7D2D-21CC-2BAF-F1A8-60117E78BB74}"/>
              </a:ext>
            </a:extLst>
          </p:cNvPr>
          <p:cNvCxnSpPr>
            <a:cxnSpLocks/>
          </p:cNvCxnSpPr>
          <p:nvPr/>
        </p:nvCxnSpPr>
        <p:spPr>
          <a:xfrm>
            <a:off x="396453" y="5482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C9DDD06-552A-B81A-9008-302E32FC4F9B}"/>
              </a:ext>
            </a:extLst>
          </p:cNvPr>
          <p:cNvCxnSpPr>
            <a:cxnSpLocks/>
          </p:cNvCxnSpPr>
          <p:nvPr/>
        </p:nvCxnSpPr>
        <p:spPr>
          <a:xfrm>
            <a:off x="3466459" y="545325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97228BF-4BA9-3083-3348-C9DA7D14DDA7}"/>
              </a:ext>
            </a:extLst>
          </p:cNvPr>
          <p:cNvCxnSpPr>
            <a:cxnSpLocks/>
          </p:cNvCxnSpPr>
          <p:nvPr/>
        </p:nvCxnSpPr>
        <p:spPr>
          <a:xfrm>
            <a:off x="6502025" y="563528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61AF8AA-0081-0C76-BB62-7025F55008B1}"/>
              </a:ext>
            </a:extLst>
          </p:cNvPr>
          <p:cNvCxnSpPr>
            <a:cxnSpLocks/>
          </p:cNvCxnSpPr>
          <p:nvPr/>
        </p:nvCxnSpPr>
        <p:spPr>
          <a:xfrm>
            <a:off x="9485883" y="557178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6A65842-E3FD-243F-A3CD-70758257D059}"/>
              </a:ext>
            </a:extLst>
          </p:cNvPr>
          <p:cNvCxnSpPr>
            <a:cxnSpLocks/>
          </p:cNvCxnSpPr>
          <p:nvPr/>
        </p:nvCxnSpPr>
        <p:spPr>
          <a:xfrm>
            <a:off x="6463284" y="355248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1414182-BE1F-A087-38FB-91F7F19BC924}"/>
              </a:ext>
            </a:extLst>
          </p:cNvPr>
          <p:cNvCxnSpPr>
            <a:cxnSpLocks/>
          </p:cNvCxnSpPr>
          <p:nvPr/>
        </p:nvCxnSpPr>
        <p:spPr>
          <a:xfrm>
            <a:off x="3511820" y="346782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B2B2D6C7-A492-212B-DAF8-FF802F97CC4D}"/>
              </a:ext>
            </a:extLst>
          </p:cNvPr>
          <p:cNvCxnSpPr>
            <a:cxnSpLocks/>
          </p:cNvCxnSpPr>
          <p:nvPr/>
        </p:nvCxnSpPr>
        <p:spPr>
          <a:xfrm>
            <a:off x="396453" y="357013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D6E7D67-87FD-4A0B-79C9-152E348C238E}"/>
              </a:ext>
            </a:extLst>
          </p:cNvPr>
          <p:cNvCxnSpPr>
            <a:cxnSpLocks/>
          </p:cNvCxnSpPr>
          <p:nvPr/>
        </p:nvCxnSpPr>
        <p:spPr>
          <a:xfrm>
            <a:off x="396453" y="148733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8D58D2D-6973-6253-66AC-0221C8E1A694}"/>
              </a:ext>
            </a:extLst>
          </p:cNvPr>
          <p:cNvCxnSpPr>
            <a:cxnSpLocks/>
          </p:cNvCxnSpPr>
          <p:nvPr/>
        </p:nvCxnSpPr>
        <p:spPr>
          <a:xfrm>
            <a:off x="3466459" y="155083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55D940F-A570-8569-C53B-5A5C97CB1206}"/>
              </a:ext>
            </a:extLst>
          </p:cNvPr>
          <p:cNvCxnSpPr>
            <a:cxnSpLocks/>
          </p:cNvCxnSpPr>
          <p:nvPr/>
        </p:nvCxnSpPr>
        <p:spPr>
          <a:xfrm>
            <a:off x="6502025" y="155083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9D27F9D-4CF9-2A97-F557-04F29FCAABC9}"/>
              </a:ext>
            </a:extLst>
          </p:cNvPr>
          <p:cNvCxnSpPr>
            <a:cxnSpLocks/>
          </p:cNvCxnSpPr>
          <p:nvPr/>
        </p:nvCxnSpPr>
        <p:spPr>
          <a:xfrm>
            <a:off x="9485883" y="155862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95651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60000"/>
            <a:lumOff val="4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89E07C-325C-8744-AE9D-18C54904D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A7B1B6E6-740D-071F-6BEA-5D95ADBE842A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DR=3,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7DBC5D0-8A6C-7620-65C3-FD7EDAA347B2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DR=3,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398893A-B422-1657-50A5-D7E1CA0B563C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DR=3,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05CB8E3-8FA6-E459-A416-98EF08F456E2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DR=3, LR=4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5B86763-A939-6129-6F40-0E064AC24C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84" y="690606"/>
            <a:ext cx="2901597" cy="193846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6659CD8-25DB-D4E6-414D-C89EC9D26B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84" y="2769499"/>
            <a:ext cx="2901597" cy="18899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6DE1D2F-D1CF-251C-F3B8-7291882D3D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19" y="4812337"/>
            <a:ext cx="2935885" cy="188997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8AE53F3-35FD-E430-8F71-40E9478DA5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3356" y="692115"/>
            <a:ext cx="2929794" cy="193695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9A9E700-11A4-D654-349A-46D6BEBDD8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93356" y="2722521"/>
            <a:ext cx="2935886" cy="193695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A118981-608C-114A-EAA5-8A05050A174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93356" y="4781754"/>
            <a:ext cx="2935886" cy="192055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A2C99D1-468F-9D5B-2157-0E8C0E4321B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30395" y="686337"/>
            <a:ext cx="3033483" cy="1942438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1116045C-FE41-BEFE-CF9A-3FF5B54CFEE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30395" y="2737479"/>
            <a:ext cx="3033483" cy="1990919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099C0BB-7CC3-7C76-40E4-BDA24098DFC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30395" y="4770198"/>
            <a:ext cx="3033483" cy="1932115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8DD592C-947F-597C-4CBD-1BA99D693DC6}"/>
              </a:ext>
            </a:extLst>
          </p:cNvPr>
          <p:cNvCxnSpPr>
            <a:cxnSpLocks/>
          </p:cNvCxnSpPr>
          <p:nvPr/>
        </p:nvCxnSpPr>
        <p:spPr>
          <a:xfrm>
            <a:off x="396453" y="147607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8EF2687-6D7F-5BB3-3B36-FAFBEE217F49}"/>
              </a:ext>
            </a:extLst>
          </p:cNvPr>
          <p:cNvCxnSpPr>
            <a:cxnSpLocks/>
          </p:cNvCxnSpPr>
          <p:nvPr/>
        </p:nvCxnSpPr>
        <p:spPr>
          <a:xfrm>
            <a:off x="3447628" y="147607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43FC556-F543-431F-ABE1-60E217715075}"/>
              </a:ext>
            </a:extLst>
          </p:cNvPr>
          <p:cNvCxnSpPr>
            <a:cxnSpLocks/>
          </p:cNvCxnSpPr>
          <p:nvPr/>
        </p:nvCxnSpPr>
        <p:spPr>
          <a:xfrm>
            <a:off x="6492453" y="159672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00D8E71-4176-B97A-98A3-27D919135CB2}"/>
              </a:ext>
            </a:extLst>
          </p:cNvPr>
          <p:cNvCxnSpPr>
            <a:cxnSpLocks/>
          </p:cNvCxnSpPr>
          <p:nvPr/>
        </p:nvCxnSpPr>
        <p:spPr>
          <a:xfrm>
            <a:off x="396453" y="354935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E34A573-BBC6-E7EA-BBE1-1AE8721B3E27}"/>
              </a:ext>
            </a:extLst>
          </p:cNvPr>
          <p:cNvCxnSpPr>
            <a:cxnSpLocks/>
          </p:cNvCxnSpPr>
          <p:nvPr/>
        </p:nvCxnSpPr>
        <p:spPr>
          <a:xfrm>
            <a:off x="3403178" y="359697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8738FCA-FD55-9A38-3055-CF1EB0D7158F}"/>
              </a:ext>
            </a:extLst>
          </p:cNvPr>
          <p:cNvCxnSpPr>
            <a:cxnSpLocks/>
          </p:cNvCxnSpPr>
          <p:nvPr/>
        </p:nvCxnSpPr>
        <p:spPr>
          <a:xfrm>
            <a:off x="6457528" y="354935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770966A-55F4-E45A-54AD-AE2A3ECFE6C8}"/>
              </a:ext>
            </a:extLst>
          </p:cNvPr>
          <p:cNvCxnSpPr>
            <a:cxnSpLocks/>
          </p:cNvCxnSpPr>
          <p:nvPr/>
        </p:nvCxnSpPr>
        <p:spPr>
          <a:xfrm>
            <a:off x="6428953" y="553690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3B8302C-3F58-9FC9-069E-9FC190A0EB10}"/>
              </a:ext>
            </a:extLst>
          </p:cNvPr>
          <p:cNvCxnSpPr>
            <a:cxnSpLocks/>
          </p:cNvCxnSpPr>
          <p:nvPr/>
        </p:nvCxnSpPr>
        <p:spPr>
          <a:xfrm>
            <a:off x="3368253" y="557817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EC5AAA5-EFE0-CF47-AEE3-AE7E0129A3D1}"/>
              </a:ext>
            </a:extLst>
          </p:cNvPr>
          <p:cNvCxnSpPr>
            <a:cxnSpLocks/>
          </p:cNvCxnSpPr>
          <p:nvPr/>
        </p:nvCxnSpPr>
        <p:spPr>
          <a:xfrm>
            <a:off x="396453" y="545752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58502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404</TotalTime>
  <Words>352</Words>
  <Application>Microsoft Office PowerPoint</Application>
  <PresentationFormat>Widescreen</PresentationFormat>
  <Paragraphs>32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Jiří Kutálek</dc:creator>
  <cp:lastModifiedBy>Jiří Kutálek</cp:lastModifiedBy>
  <cp:revision>86</cp:revision>
  <dcterms:created xsi:type="dcterms:W3CDTF">2025-03-17T23:08:41Z</dcterms:created>
  <dcterms:modified xsi:type="dcterms:W3CDTF">2025-03-18T14:59:37Z</dcterms:modified>
</cp:coreProperties>
</file>