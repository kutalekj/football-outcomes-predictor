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DDFF"/>
    <a:srgbClr val="F6F3FF"/>
    <a:srgbClr val="FFD1D1"/>
    <a:srgbClr val="FFEFEF"/>
    <a:srgbClr val="FFE7E7"/>
    <a:srgbClr val="F3EFFF"/>
    <a:srgbClr val="FFFF99"/>
    <a:srgbClr val="FFFF66"/>
    <a:srgbClr val="FFC1C1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85" d="100"/>
          <a:sy n="85" d="100"/>
        </p:scale>
        <p:origin x="76" y="5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CB7DA-2388-0DD2-D1B2-C5AA3510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EA66D-6A69-373A-ECF3-40ACABD8665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30.3.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10F3E-A87C-4611-DC2F-AA148FED5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74" y="2091095"/>
            <a:ext cx="443930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BAC57-7F6E-4CC8-769D-CF36CDAC6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35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A94A3-BD75-D786-061A-28F629CE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A3B46-4864-D855-8932-D32943254E0B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AA4B7-86FB-9EA8-9651-269F5A288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021" y="2091095"/>
            <a:ext cx="4559609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4166C-6906-777E-6734-09EE4AFF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8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1877</TotalTime>
  <Words>1110</Words>
  <Application>Microsoft Office PowerPoint</Application>
  <PresentationFormat>Widescreen</PresentationFormat>
  <Paragraphs>89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171</cp:revision>
  <dcterms:created xsi:type="dcterms:W3CDTF">2025-03-17T23:08:41Z</dcterms:created>
  <dcterms:modified xsi:type="dcterms:W3CDTF">2025-04-04T16:28:06Z</dcterms:modified>
</cp:coreProperties>
</file>