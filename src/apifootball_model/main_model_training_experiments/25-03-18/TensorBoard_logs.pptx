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FFF99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352</Words>
  <Application>Microsoft Office PowerPoint</Application>
  <PresentationFormat>Widescreen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86</cp:revision>
  <dcterms:created xsi:type="dcterms:W3CDTF">2025-03-17T23:08:41Z</dcterms:created>
  <dcterms:modified xsi:type="dcterms:W3CDTF">2025-03-18T12:08:51Z</dcterms:modified>
</cp:coreProperties>
</file>