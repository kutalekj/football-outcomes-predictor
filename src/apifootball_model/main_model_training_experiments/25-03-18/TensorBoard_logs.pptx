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C1"/>
    <a:srgbClr val="E5DDFF"/>
    <a:srgbClr val="F6F3FF"/>
    <a:srgbClr val="FFD1D1"/>
    <a:srgbClr val="FFEFEF"/>
    <a:srgbClr val="FFE7E7"/>
    <a:srgbClr val="F3EFFF"/>
    <a:srgbClr val="FFFF99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98" d="100"/>
          <a:sy n="98" d="100"/>
        </p:scale>
        <p:origin x="42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94A3-BD75-D786-061A-28F629CE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A3B46-4864-D855-8932-D32943254E0B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AA4B7-86FB-9EA8-9651-269F5A288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21" y="2091095"/>
            <a:ext cx="4559609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4166C-6906-777E-6734-09EE4AFF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80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5E6F3-0157-68F7-0592-14BE98F1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884E6-A02D-BF29-3C48-A6580401C2A6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7.4.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BDC52-F39F-983D-2F93-D2D2A751F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498" y="2091095"/>
            <a:ext cx="4486655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24CB90-8FD9-2C01-8B86-F0A352FD0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7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047AA-6D24-64E9-214F-D9A7ECF64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123AF-1F1B-6BBC-C876-90ABD0416B2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01609-A158-8B4A-186F-C829211FE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D348E8D8-A5D0-2918-7AA7-C0F9BFCB2F3F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80FD0-57E9-ED93-9CCF-A945E0FD71CA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563493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4E601-8D75-320E-3668-A778703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C32066-3694-65C1-8021-55479C1866A9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17.4.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A4B44-7A70-A859-5111-511C6C50B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D9E18F-548B-DF2B-1E4E-86D11F776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775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609D3-F414-188B-08EA-335EC596D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442144-A01E-A127-43C6-067084C8229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9C892A-016F-7562-3DC1-461159ED9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F76F2CC4-6B02-2498-F3AD-32A3D9E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20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6DE13C-50D3-8818-A727-7BD2ED490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541BD8-68CC-EEAB-5902-406A8DBFBBA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25.4.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2ECB87-30EB-1FDE-3D07-BEA9C6E6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311" y="2091095"/>
            <a:ext cx="4535030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BDE3CE72-9892-56FB-49D0-C0AAFA073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4283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5D84E-24CE-F3E9-23E4-0ADDB130E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D9278F-7ECB-E71C-D6F1-1C0C65047AE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29.4.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470179-C9F7-995D-DB18-BF89B6939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EA4029E0-9CB2-E9FB-0367-09947D907AC9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497862-C2FA-84B5-A4A7-B72F294E771B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26328884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145F53-E34F-9438-A97F-19455310A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41403-CEE7-CEC7-BD83-DB7B05FDD76C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4.5.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AEF2B3-6732-697B-830F-F8B5203B8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13B747D9-99DB-6759-E358-52AA9C252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3342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49E4B5-CF0B-9C8F-4E07-F1C31188C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88A70A-6D4F-A8FD-5D6D-44E259B37CF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10.5.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B051C8-11CB-65BB-7ED7-4514AB17B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500" y="2091095"/>
            <a:ext cx="4498652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8B6F3246-5388-FB2E-2297-620C8589B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8638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93EE7A-127F-F0EB-9FF9-17170D704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695E64-F350-CA02-8E39-99533BF61F5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17.5.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1E81DC-5665-44B6-D600-8D39A88C4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500" y="2091095"/>
            <a:ext cx="4498652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FE6389A4-270A-B721-394D-264279037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470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1886</TotalTime>
  <Words>1171</Words>
  <Application>Microsoft Office PowerPoint</Application>
  <PresentationFormat>Widescreen</PresentationFormat>
  <Paragraphs>100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183</cp:revision>
  <dcterms:created xsi:type="dcterms:W3CDTF">2025-03-17T23:08:41Z</dcterms:created>
  <dcterms:modified xsi:type="dcterms:W3CDTF">2025-05-16T23:06:20Z</dcterms:modified>
</cp:coreProperties>
</file>